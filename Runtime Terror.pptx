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9"/>
  </p:notesMasterIdLst>
  <p:sldIdLst>
    <p:sldId id="256" r:id="rId2"/>
    <p:sldId id="258" r:id="rId3"/>
    <p:sldId id="259" r:id="rId4"/>
    <p:sldId id="260" r:id="rId5"/>
    <p:sldId id="261" r:id="rId6"/>
    <p:sldId id="262" r:id="rId7"/>
    <p:sldId id="263" r:id="rId8"/>
  </p:sldIdLst>
  <p:sldSz cx="24384000" cy="13716000"/>
  <p:notesSz cx="6858000" cy="9144000"/>
  <p:embeddedFontLst>
    <p:embeddedFont>
      <p:font typeface="Helvetica Neue" panose="020B0604020202020204" charset="0"/>
      <p:regular r:id="rId10"/>
      <p:bold r:id="rId11"/>
      <p:italic r:id="rId12"/>
      <p:boldItalic r:id="rId13"/>
    </p:embeddedFont>
    <p:embeddedFont>
      <p:font typeface="Inter" panose="020B0604020202020204" charset="0"/>
      <p:bold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9" roundtripDataSignature="AMtx7mgCQ5IIBJM+LKFBt2kyWTQ4AvUnn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653" autoAdjust="0"/>
    <p:restoredTop sz="94660"/>
  </p:normalViewPr>
  <p:slideViewPr>
    <p:cSldViewPr snapToGrid="0">
      <p:cViewPr varScale="1">
        <p:scale>
          <a:sx n="39" d="100"/>
          <a:sy n="39" d="100"/>
        </p:scale>
        <p:origin x="422"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3.fntdata"/><Relationship Id="rId2" Type="http://schemas.openxmlformats.org/officeDocument/2006/relationships/slide" Target="slides/slide1.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tableStyles" Target="tableStyles.xml"/><Relationship Id="rId10" Type="http://schemas.openxmlformats.org/officeDocument/2006/relationships/font" Target="fonts/font1.fntdata"/><Relationship Id="rId19" Type="http://customschemas.google.com/relationships/presentationmetadata" Target="meta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1pPr>
            <a:lvl2pPr marL="914400" marR="0" lvl="1"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2pPr>
            <a:lvl3pPr marL="1371600" marR="0" lvl="2"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3pPr>
            <a:lvl4pPr marL="1828800" marR="0" lvl="3"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4pPr>
            <a:lvl5pPr marL="2286000" marR="0" lvl="4"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5pPr>
            <a:lvl6pPr marL="2743200" marR="0" lvl="5"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6pPr>
            <a:lvl7pPr marL="3200400" marR="0" lvl="6"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7pPr>
            <a:lvl8pPr marL="3657600" marR="0" lvl="7"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8pPr>
            <a:lvl9pPr marL="4114800" marR="0" lvl="8"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p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 name="Google Shape;2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Google Shape;36;p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 name="Google Shape;3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 name="Google Shape;4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 name="Google Shape;5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 name="Google Shape;6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 name="Google Shape;6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11"/>
        <p:cNvGrpSpPr/>
        <p:nvPr/>
      </p:nvGrpSpPr>
      <p:grpSpPr>
        <a:xfrm>
          <a:off x="0" y="0"/>
          <a:ext cx="0" cy="0"/>
          <a:chOff x="0" y="0"/>
          <a:chExt cx="0" cy="0"/>
        </a:xfrm>
      </p:grpSpPr>
      <p:sp>
        <p:nvSpPr>
          <p:cNvPr id="12" name="Google Shape;12;p10"/>
          <p:cNvSpPr txBox="1">
            <a:spLocks noGrp="1"/>
          </p:cNvSpPr>
          <p:nvPr>
            <p:ph type="sldNum" idx="12"/>
          </p:nvPr>
        </p:nvSpPr>
        <p:spPr>
          <a:xfrm>
            <a:off x="12001499" y="13080999"/>
            <a:ext cx="368505" cy="3746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lvl1pPr>
            <a:lvl2pPr marL="0" lvl="1" indent="0" algn="ctr">
              <a:lnSpc>
                <a:spcPct val="100000"/>
              </a:lnSpc>
              <a:spcBef>
                <a:spcPts val="0"/>
              </a:spcBef>
              <a:spcAft>
                <a:spcPts val="0"/>
              </a:spcAft>
              <a:buClr>
                <a:srgbClr val="000000"/>
              </a:buClr>
              <a:buSzPts val="1800"/>
              <a:buFont typeface="Helvetica Neue"/>
              <a:buNone/>
              <a:defRPr sz="1800"/>
            </a:lvl2pPr>
            <a:lvl3pPr marL="0" lvl="2" indent="0" algn="ctr">
              <a:lnSpc>
                <a:spcPct val="100000"/>
              </a:lnSpc>
              <a:spcBef>
                <a:spcPts val="0"/>
              </a:spcBef>
              <a:spcAft>
                <a:spcPts val="0"/>
              </a:spcAft>
              <a:buClr>
                <a:srgbClr val="000000"/>
              </a:buClr>
              <a:buSzPts val="1800"/>
              <a:buFont typeface="Helvetica Neue"/>
              <a:buNone/>
              <a:defRPr sz="1800"/>
            </a:lvl3pPr>
            <a:lvl4pPr marL="0" lvl="3" indent="0" algn="ctr">
              <a:lnSpc>
                <a:spcPct val="100000"/>
              </a:lnSpc>
              <a:spcBef>
                <a:spcPts val="0"/>
              </a:spcBef>
              <a:spcAft>
                <a:spcPts val="0"/>
              </a:spcAft>
              <a:buClr>
                <a:srgbClr val="000000"/>
              </a:buClr>
              <a:buSzPts val="1800"/>
              <a:buFont typeface="Helvetica Neue"/>
              <a:buNone/>
              <a:defRPr sz="1800"/>
            </a:lvl4pPr>
            <a:lvl5pPr marL="0" lvl="4" indent="0" algn="ctr">
              <a:lnSpc>
                <a:spcPct val="100000"/>
              </a:lnSpc>
              <a:spcBef>
                <a:spcPts val="0"/>
              </a:spcBef>
              <a:spcAft>
                <a:spcPts val="0"/>
              </a:spcAft>
              <a:buClr>
                <a:srgbClr val="000000"/>
              </a:buClr>
              <a:buSzPts val="1800"/>
              <a:buFont typeface="Helvetica Neue"/>
              <a:buNone/>
              <a:defRPr sz="1800"/>
            </a:lvl5pPr>
            <a:lvl6pPr marL="0" lvl="5" indent="0" algn="ctr">
              <a:lnSpc>
                <a:spcPct val="100000"/>
              </a:lnSpc>
              <a:spcBef>
                <a:spcPts val="0"/>
              </a:spcBef>
              <a:spcAft>
                <a:spcPts val="0"/>
              </a:spcAft>
              <a:buClr>
                <a:srgbClr val="000000"/>
              </a:buClr>
              <a:buSzPts val="1800"/>
              <a:buFont typeface="Helvetica Neue"/>
              <a:buNone/>
              <a:defRPr sz="1800"/>
            </a:lvl6pPr>
            <a:lvl7pPr marL="0" lvl="6" indent="0" algn="ctr">
              <a:lnSpc>
                <a:spcPct val="100000"/>
              </a:lnSpc>
              <a:spcBef>
                <a:spcPts val="0"/>
              </a:spcBef>
              <a:spcAft>
                <a:spcPts val="0"/>
              </a:spcAft>
              <a:buClr>
                <a:srgbClr val="000000"/>
              </a:buClr>
              <a:buSzPts val="1800"/>
              <a:buFont typeface="Helvetica Neue"/>
              <a:buNone/>
              <a:defRPr sz="1800"/>
            </a:lvl7pPr>
            <a:lvl8pPr marL="0" lvl="7" indent="0" algn="ctr">
              <a:lnSpc>
                <a:spcPct val="100000"/>
              </a:lnSpc>
              <a:spcBef>
                <a:spcPts val="0"/>
              </a:spcBef>
              <a:spcAft>
                <a:spcPts val="0"/>
              </a:spcAft>
              <a:buClr>
                <a:srgbClr val="000000"/>
              </a:buClr>
              <a:buSzPts val="1800"/>
              <a:buFont typeface="Helvetica Neue"/>
              <a:buNone/>
              <a:defRPr sz="1800"/>
            </a:lvl8pPr>
            <a:lvl9pPr marL="0" lvl="8" indent="0" algn="ctr">
              <a:lnSpc>
                <a:spcPct val="100000"/>
              </a:lnSpc>
              <a:spcBef>
                <a:spcPts val="0"/>
              </a:spcBef>
              <a:spcAft>
                <a:spcPts val="0"/>
              </a:spcAft>
              <a:buClr>
                <a:srgbClr val="000000"/>
              </a:buClr>
              <a:buSzPts val="1800"/>
              <a:buFont typeface="Helvetica Neue"/>
              <a:buNone/>
              <a:defRPr sz="1800"/>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amp; Bullets" type="tx">
  <p:cSld name="TITLE_AND_BODY">
    <p:spTree>
      <p:nvGrpSpPr>
        <p:cNvPr id="1" name="Shape 13"/>
        <p:cNvGrpSpPr/>
        <p:nvPr/>
      </p:nvGrpSpPr>
      <p:grpSpPr>
        <a:xfrm>
          <a:off x="0" y="0"/>
          <a:ext cx="0" cy="0"/>
          <a:chOff x="0" y="0"/>
          <a:chExt cx="0" cy="0"/>
        </a:xfrm>
      </p:grpSpPr>
      <p:pic>
        <p:nvPicPr>
          <p:cNvPr id="14" name="Google Shape;14;p11" descr="Slide Pages.png"/>
          <p:cNvPicPr preferRelativeResize="0"/>
          <p:nvPr/>
        </p:nvPicPr>
        <p:blipFill rotWithShape="1">
          <a:blip r:embed="rId2">
            <a:alphaModFix/>
          </a:blip>
          <a:srcRect/>
          <a:stretch/>
        </p:blipFill>
        <p:spPr>
          <a:xfrm>
            <a:off x="0" y="0"/>
            <a:ext cx="24384000" cy="13716000"/>
          </a:xfrm>
          <a:prstGeom prst="rect">
            <a:avLst/>
          </a:prstGeom>
          <a:noFill/>
          <a:ln>
            <a:noFill/>
          </a:ln>
        </p:spPr>
      </p:pic>
      <p:sp>
        <p:nvSpPr>
          <p:cNvPr id="15" name="Google Shape;15;p11"/>
          <p:cNvSpPr txBox="1">
            <a:spLocks noGrp="1"/>
          </p:cNvSpPr>
          <p:nvPr>
            <p:ph type="title"/>
          </p:nvPr>
        </p:nvSpPr>
        <p:spPr>
          <a:xfrm>
            <a:off x="1206500" y="2105993"/>
            <a:ext cx="21971000" cy="1433164"/>
          </a:xfrm>
          <a:prstGeom prst="rect">
            <a:avLst/>
          </a:prstGeom>
          <a:noFill/>
          <a:ln>
            <a:noFill/>
          </a:ln>
        </p:spPr>
        <p:txBody>
          <a:bodyPr spcFirstLastPara="1" wrap="square" lIns="50800" tIns="50800" rIns="50800" bIns="50800" anchor="t" anchorCtr="0">
            <a:normAutofit/>
          </a:bodyPr>
          <a:lstStyle>
            <a:lvl1pPr lvl="0" algn="l">
              <a:lnSpc>
                <a:spcPct val="80000"/>
              </a:lnSpc>
              <a:spcBef>
                <a:spcPts val="0"/>
              </a:spcBef>
              <a:spcAft>
                <a:spcPts val="0"/>
              </a:spcAft>
              <a:buClr>
                <a:srgbClr val="FFFFFF"/>
              </a:buClr>
              <a:buSzPts val="8500"/>
              <a:buFont typeface="Helvetica Neue"/>
              <a:buNone/>
              <a:defRPr sz="8500">
                <a:solidFill>
                  <a:srgbClr val="FFFFFF"/>
                </a:solidFill>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16" name="Google Shape;16;p11"/>
          <p:cNvSpPr txBox="1">
            <a:spLocks noGrp="1"/>
          </p:cNvSpPr>
          <p:nvPr>
            <p:ph type="body" idx="1"/>
          </p:nvPr>
        </p:nvSpPr>
        <p:spPr>
          <a:xfrm>
            <a:off x="1206500" y="3896341"/>
            <a:ext cx="21971000" cy="934779"/>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FFFFFF"/>
              </a:buClr>
              <a:buSzPts val="5500"/>
              <a:buFont typeface="Helvetica Neue"/>
              <a:buNone/>
              <a:defRPr>
                <a:solidFill>
                  <a:srgbClr val="FFFFFF"/>
                </a:solidFill>
              </a:defRPr>
            </a:lvl1pPr>
            <a:lvl2pPr marL="914400" lvl="1" indent="-228600" algn="l">
              <a:lnSpc>
                <a:spcPct val="100000"/>
              </a:lnSpc>
              <a:spcBef>
                <a:spcPts val="0"/>
              </a:spcBef>
              <a:spcAft>
                <a:spcPts val="0"/>
              </a:spcAft>
              <a:buClr>
                <a:srgbClr val="000000"/>
              </a:buClr>
              <a:buSzPts val="1800"/>
              <a:buNone/>
              <a:defRPr/>
            </a:lvl2pPr>
            <a:lvl3pPr marL="1371600" lvl="2" indent="-228600" algn="l">
              <a:lnSpc>
                <a:spcPct val="100000"/>
              </a:lnSpc>
              <a:spcBef>
                <a:spcPts val="0"/>
              </a:spcBef>
              <a:spcAft>
                <a:spcPts val="0"/>
              </a:spcAft>
              <a:buClr>
                <a:srgbClr val="000000"/>
              </a:buClr>
              <a:buSzPts val="1800"/>
              <a:buNone/>
              <a:defRPr/>
            </a:lvl3pPr>
            <a:lvl4pPr marL="1828800" lvl="3" indent="-228600" algn="l">
              <a:lnSpc>
                <a:spcPct val="100000"/>
              </a:lnSpc>
              <a:spcBef>
                <a:spcPts val="0"/>
              </a:spcBef>
              <a:spcAft>
                <a:spcPts val="0"/>
              </a:spcAft>
              <a:buClr>
                <a:srgbClr val="000000"/>
              </a:buClr>
              <a:buSzPts val="1800"/>
              <a:buNone/>
              <a:defRPr/>
            </a:lvl4pPr>
            <a:lvl5pPr marL="2286000" lvl="4" indent="-228600" algn="l">
              <a:lnSpc>
                <a:spcPct val="100000"/>
              </a:lnSpc>
              <a:spcBef>
                <a:spcPts val="0"/>
              </a:spcBef>
              <a:spcAft>
                <a:spcPts val="0"/>
              </a:spcAft>
              <a:buClr>
                <a:srgbClr val="000000"/>
              </a:buClr>
              <a:buSzPts val="1800"/>
              <a:buNone/>
              <a:defRPr/>
            </a:lvl5pPr>
            <a:lvl6pPr marL="2743200" lvl="5" indent="-228600" algn="l">
              <a:lnSpc>
                <a:spcPct val="100000"/>
              </a:lnSpc>
              <a:spcBef>
                <a:spcPts val="0"/>
              </a:spcBef>
              <a:spcAft>
                <a:spcPts val="0"/>
              </a:spcAft>
              <a:buClr>
                <a:srgbClr val="000000"/>
              </a:buClr>
              <a:buSzPts val="1800"/>
              <a:buNone/>
              <a:defRPr/>
            </a:lvl6pPr>
            <a:lvl7pPr marL="3200400" lvl="6" indent="-228600" algn="l">
              <a:lnSpc>
                <a:spcPct val="100000"/>
              </a:lnSpc>
              <a:spcBef>
                <a:spcPts val="0"/>
              </a:spcBef>
              <a:spcAft>
                <a:spcPts val="0"/>
              </a:spcAft>
              <a:buClr>
                <a:srgbClr val="000000"/>
              </a:buClr>
              <a:buSzPts val="1800"/>
              <a:buNone/>
              <a:defRPr/>
            </a:lvl7pPr>
            <a:lvl8pPr marL="3657600" lvl="7" indent="-228600" algn="l">
              <a:lnSpc>
                <a:spcPct val="100000"/>
              </a:lnSpc>
              <a:spcBef>
                <a:spcPts val="0"/>
              </a:spcBef>
              <a:spcAft>
                <a:spcPts val="0"/>
              </a:spcAft>
              <a:buClr>
                <a:srgbClr val="000000"/>
              </a:buClr>
              <a:buSzPts val="1800"/>
              <a:buNone/>
              <a:defRPr/>
            </a:lvl8pPr>
            <a:lvl9pPr marL="4114800" lvl="8" indent="-228600" algn="l">
              <a:lnSpc>
                <a:spcPct val="100000"/>
              </a:lnSpc>
              <a:spcBef>
                <a:spcPts val="0"/>
              </a:spcBef>
              <a:spcAft>
                <a:spcPts val="0"/>
              </a:spcAft>
              <a:buClr>
                <a:srgbClr val="000000"/>
              </a:buClr>
              <a:buSzPts val="1800"/>
              <a:buNone/>
              <a:defRPr/>
            </a:lvl9pPr>
          </a:lstStyle>
          <a:p>
            <a:endParaRPr/>
          </a:p>
        </p:txBody>
      </p:sp>
      <p:sp>
        <p:nvSpPr>
          <p:cNvPr id="17" name="Google Shape;17;p11"/>
          <p:cNvSpPr txBox="1">
            <a:spLocks noGrp="1"/>
          </p:cNvSpPr>
          <p:nvPr>
            <p:ph type="body" idx="2"/>
          </p:nvPr>
        </p:nvSpPr>
        <p:spPr>
          <a:xfrm>
            <a:off x="1206500" y="5188304"/>
            <a:ext cx="21971000" cy="7537073"/>
          </a:xfrm>
          <a:prstGeom prst="rect">
            <a:avLst/>
          </a:prstGeom>
          <a:noFill/>
          <a:ln>
            <a:noFill/>
          </a:ln>
        </p:spPr>
        <p:txBody>
          <a:bodyPr spcFirstLastPara="1" wrap="square" lIns="50800" tIns="50800" rIns="50800" bIns="50800" anchor="t" anchorCtr="0">
            <a:normAutofit/>
          </a:bodyPr>
          <a:lstStyle>
            <a:lvl1pPr marL="457200" lvl="0" indent="-603504" algn="l">
              <a:lnSpc>
                <a:spcPct val="90000"/>
              </a:lnSpc>
              <a:spcBef>
                <a:spcPts val="4500"/>
              </a:spcBef>
              <a:spcAft>
                <a:spcPts val="0"/>
              </a:spcAft>
              <a:buClr>
                <a:srgbClr val="FFFFFF"/>
              </a:buClr>
              <a:buSzPts val="5904"/>
              <a:buFont typeface="Helvetica Neue"/>
              <a:buChar char="•"/>
              <a:defRPr sz="4800" b="0">
                <a:solidFill>
                  <a:srgbClr val="FFFFFF"/>
                </a:solidFill>
              </a:defRPr>
            </a:lvl1pPr>
            <a:lvl2pPr marL="914400" lvl="1" indent="-603504" algn="l">
              <a:lnSpc>
                <a:spcPct val="90000"/>
              </a:lnSpc>
              <a:spcBef>
                <a:spcPts val="4500"/>
              </a:spcBef>
              <a:spcAft>
                <a:spcPts val="0"/>
              </a:spcAft>
              <a:buClr>
                <a:srgbClr val="FFFFFF"/>
              </a:buClr>
              <a:buSzPts val="5904"/>
              <a:buFont typeface="Helvetica Neue"/>
              <a:buChar char="•"/>
              <a:defRPr sz="4800" b="0">
                <a:solidFill>
                  <a:srgbClr val="FFFFFF"/>
                </a:solidFill>
              </a:defRPr>
            </a:lvl2pPr>
            <a:lvl3pPr marL="1371600" lvl="2" indent="-603504" algn="l">
              <a:lnSpc>
                <a:spcPct val="90000"/>
              </a:lnSpc>
              <a:spcBef>
                <a:spcPts val="4500"/>
              </a:spcBef>
              <a:spcAft>
                <a:spcPts val="0"/>
              </a:spcAft>
              <a:buClr>
                <a:srgbClr val="FFFFFF"/>
              </a:buClr>
              <a:buSzPts val="5904"/>
              <a:buFont typeface="Helvetica Neue"/>
              <a:buChar char="•"/>
              <a:defRPr sz="4800" b="0">
                <a:solidFill>
                  <a:srgbClr val="FFFFFF"/>
                </a:solidFill>
              </a:defRPr>
            </a:lvl3pPr>
            <a:lvl4pPr marL="1828800" lvl="3" indent="-603504" algn="l">
              <a:lnSpc>
                <a:spcPct val="90000"/>
              </a:lnSpc>
              <a:spcBef>
                <a:spcPts val="4500"/>
              </a:spcBef>
              <a:spcAft>
                <a:spcPts val="0"/>
              </a:spcAft>
              <a:buClr>
                <a:srgbClr val="FFFFFF"/>
              </a:buClr>
              <a:buSzPts val="5904"/>
              <a:buFont typeface="Helvetica Neue"/>
              <a:buChar char="•"/>
              <a:defRPr sz="4800" b="0">
                <a:solidFill>
                  <a:srgbClr val="FFFFFF"/>
                </a:solidFill>
              </a:defRPr>
            </a:lvl4pPr>
            <a:lvl5pPr marL="2286000" lvl="4" indent="-603504" algn="l">
              <a:lnSpc>
                <a:spcPct val="90000"/>
              </a:lnSpc>
              <a:spcBef>
                <a:spcPts val="4500"/>
              </a:spcBef>
              <a:spcAft>
                <a:spcPts val="0"/>
              </a:spcAft>
              <a:buClr>
                <a:srgbClr val="FFFFFF"/>
              </a:buClr>
              <a:buSzPts val="5904"/>
              <a:buFont typeface="Helvetica Neue"/>
              <a:buChar char="•"/>
              <a:defRPr sz="4800" b="0">
                <a:solidFill>
                  <a:srgbClr val="FFFFFF"/>
                </a:solidFill>
              </a:defRPr>
            </a:lvl5pPr>
            <a:lvl6pPr marL="2743200" lvl="5" indent="-228600" algn="l">
              <a:lnSpc>
                <a:spcPct val="100000"/>
              </a:lnSpc>
              <a:spcBef>
                <a:spcPts val="0"/>
              </a:spcBef>
              <a:spcAft>
                <a:spcPts val="0"/>
              </a:spcAft>
              <a:buClr>
                <a:srgbClr val="000000"/>
              </a:buClr>
              <a:buSzPts val="1800"/>
              <a:buNone/>
              <a:defRPr/>
            </a:lvl6pPr>
            <a:lvl7pPr marL="3200400" lvl="6" indent="-228600" algn="l">
              <a:lnSpc>
                <a:spcPct val="100000"/>
              </a:lnSpc>
              <a:spcBef>
                <a:spcPts val="0"/>
              </a:spcBef>
              <a:spcAft>
                <a:spcPts val="0"/>
              </a:spcAft>
              <a:buClr>
                <a:srgbClr val="000000"/>
              </a:buClr>
              <a:buSzPts val="1800"/>
              <a:buNone/>
              <a:defRPr/>
            </a:lvl7pPr>
            <a:lvl8pPr marL="3657600" lvl="7" indent="-228600" algn="l">
              <a:lnSpc>
                <a:spcPct val="100000"/>
              </a:lnSpc>
              <a:spcBef>
                <a:spcPts val="0"/>
              </a:spcBef>
              <a:spcAft>
                <a:spcPts val="0"/>
              </a:spcAft>
              <a:buClr>
                <a:srgbClr val="000000"/>
              </a:buClr>
              <a:buSzPts val="1800"/>
              <a:buNone/>
              <a:defRPr/>
            </a:lvl8pPr>
            <a:lvl9pPr marL="4114800" lvl="8" indent="-228600" algn="l">
              <a:lnSpc>
                <a:spcPct val="100000"/>
              </a:lnSpc>
              <a:spcBef>
                <a:spcPts val="0"/>
              </a:spcBef>
              <a:spcAft>
                <a:spcPts val="0"/>
              </a:spcAft>
              <a:buClr>
                <a:srgbClr val="000000"/>
              </a:buClr>
              <a:buSzPts val="1800"/>
              <a:buNone/>
              <a:defRPr/>
            </a:lvl9pPr>
          </a:lstStyle>
          <a:p>
            <a:endParaRPr/>
          </a:p>
        </p:txBody>
      </p:sp>
      <p:sp>
        <p:nvSpPr>
          <p:cNvPr id="18" name="Google Shape;18;p11"/>
          <p:cNvSpPr txBox="1">
            <a:spLocks noGrp="1"/>
          </p:cNvSpPr>
          <p:nvPr>
            <p:ph type="sldNum" idx="12"/>
          </p:nvPr>
        </p:nvSpPr>
        <p:spPr>
          <a:xfrm>
            <a:off x="12001499" y="13080999"/>
            <a:ext cx="368505" cy="3746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lvl1pPr>
            <a:lvl2pPr marL="0" lvl="1" indent="0" algn="ctr">
              <a:lnSpc>
                <a:spcPct val="100000"/>
              </a:lnSpc>
              <a:spcBef>
                <a:spcPts val="0"/>
              </a:spcBef>
              <a:spcAft>
                <a:spcPts val="0"/>
              </a:spcAft>
              <a:buClr>
                <a:srgbClr val="000000"/>
              </a:buClr>
              <a:buSzPts val="1800"/>
              <a:buFont typeface="Helvetica Neue"/>
              <a:buNone/>
              <a:defRPr sz="1800"/>
            </a:lvl2pPr>
            <a:lvl3pPr marL="0" lvl="2" indent="0" algn="ctr">
              <a:lnSpc>
                <a:spcPct val="100000"/>
              </a:lnSpc>
              <a:spcBef>
                <a:spcPts val="0"/>
              </a:spcBef>
              <a:spcAft>
                <a:spcPts val="0"/>
              </a:spcAft>
              <a:buClr>
                <a:srgbClr val="000000"/>
              </a:buClr>
              <a:buSzPts val="1800"/>
              <a:buFont typeface="Helvetica Neue"/>
              <a:buNone/>
              <a:defRPr sz="1800"/>
            </a:lvl3pPr>
            <a:lvl4pPr marL="0" lvl="3" indent="0" algn="ctr">
              <a:lnSpc>
                <a:spcPct val="100000"/>
              </a:lnSpc>
              <a:spcBef>
                <a:spcPts val="0"/>
              </a:spcBef>
              <a:spcAft>
                <a:spcPts val="0"/>
              </a:spcAft>
              <a:buClr>
                <a:srgbClr val="000000"/>
              </a:buClr>
              <a:buSzPts val="1800"/>
              <a:buFont typeface="Helvetica Neue"/>
              <a:buNone/>
              <a:defRPr sz="1800"/>
            </a:lvl4pPr>
            <a:lvl5pPr marL="0" lvl="4" indent="0" algn="ctr">
              <a:lnSpc>
                <a:spcPct val="100000"/>
              </a:lnSpc>
              <a:spcBef>
                <a:spcPts val="0"/>
              </a:spcBef>
              <a:spcAft>
                <a:spcPts val="0"/>
              </a:spcAft>
              <a:buClr>
                <a:srgbClr val="000000"/>
              </a:buClr>
              <a:buSzPts val="1800"/>
              <a:buFont typeface="Helvetica Neue"/>
              <a:buNone/>
              <a:defRPr sz="1800"/>
            </a:lvl5pPr>
            <a:lvl6pPr marL="0" lvl="5" indent="0" algn="ctr">
              <a:lnSpc>
                <a:spcPct val="100000"/>
              </a:lnSpc>
              <a:spcBef>
                <a:spcPts val="0"/>
              </a:spcBef>
              <a:spcAft>
                <a:spcPts val="0"/>
              </a:spcAft>
              <a:buClr>
                <a:srgbClr val="000000"/>
              </a:buClr>
              <a:buSzPts val="1800"/>
              <a:buFont typeface="Helvetica Neue"/>
              <a:buNone/>
              <a:defRPr sz="1800"/>
            </a:lvl6pPr>
            <a:lvl7pPr marL="0" lvl="6" indent="0" algn="ctr">
              <a:lnSpc>
                <a:spcPct val="100000"/>
              </a:lnSpc>
              <a:spcBef>
                <a:spcPts val="0"/>
              </a:spcBef>
              <a:spcAft>
                <a:spcPts val="0"/>
              </a:spcAft>
              <a:buClr>
                <a:srgbClr val="000000"/>
              </a:buClr>
              <a:buSzPts val="1800"/>
              <a:buFont typeface="Helvetica Neue"/>
              <a:buNone/>
              <a:defRPr sz="1800"/>
            </a:lvl7pPr>
            <a:lvl8pPr marL="0" lvl="7" indent="0" algn="ctr">
              <a:lnSpc>
                <a:spcPct val="100000"/>
              </a:lnSpc>
              <a:spcBef>
                <a:spcPts val="0"/>
              </a:spcBef>
              <a:spcAft>
                <a:spcPts val="0"/>
              </a:spcAft>
              <a:buClr>
                <a:srgbClr val="000000"/>
              </a:buClr>
              <a:buSzPts val="1800"/>
              <a:buFont typeface="Helvetica Neue"/>
              <a:buNone/>
              <a:defRPr sz="1800"/>
            </a:lvl8pPr>
            <a:lvl9pPr marL="0" lvl="8" indent="0" algn="ctr">
              <a:lnSpc>
                <a:spcPct val="100000"/>
              </a:lnSpc>
              <a:spcBef>
                <a:spcPts val="0"/>
              </a:spcBef>
              <a:spcAft>
                <a:spcPts val="0"/>
              </a:spcAft>
              <a:buClr>
                <a:srgbClr val="000000"/>
              </a:buClr>
              <a:buSzPts val="1800"/>
              <a:buFont typeface="Helvetica Neue"/>
              <a:buNone/>
              <a:defRPr sz="1800"/>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Blank">
  <p:cSld name="Blank">
    <p:spTree>
      <p:nvGrpSpPr>
        <p:cNvPr id="1" name="Shape 19"/>
        <p:cNvGrpSpPr/>
        <p:nvPr/>
      </p:nvGrpSpPr>
      <p:grpSpPr>
        <a:xfrm>
          <a:off x="0" y="0"/>
          <a:ext cx="0" cy="0"/>
          <a:chOff x="0" y="0"/>
          <a:chExt cx="0" cy="0"/>
        </a:xfrm>
      </p:grpSpPr>
      <p:pic>
        <p:nvPicPr>
          <p:cNvPr id="20" name="Google Shape;20;p12" descr="Slide Pages.png"/>
          <p:cNvPicPr preferRelativeResize="0"/>
          <p:nvPr/>
        </p:nvPicPr>
        <p:blipFill rotWithShape="1">
          <a:blip r:embed="rId2">
            <a:alphaModFix/>
          </a:blip>
          <a:srcRect/>
          <a:stretch/>
        </p:blipFill>
        <p:spPr>
          <a:xfrm>
            <a:off x="0" y="0"/>
            <a:ext cx="24384000" cy="13716000"/>
          </a:xfrm>
          <a:prstGeom prst="rect">
            <a:avLst/>
          </a:prstGeom>
          <a:noFill/>
          <a:ln>
            <a:noFill/>
          </a:ln>
        </p:spPr>
      </p:pic>
      <p:sp>
        <p:nvSpPr>
          <p:cNvPr id="21" name="Google Shape;21;p12"/>
          <p:cNvSpPr txBox="1">
            <a:spLocks noGrp="1"/>
          </p:cNvSpPr>
          <p:nvPr>
            <p:ph type="sldNum" idx="12"/>
          </p:nvPr>
        </p:nvSpPr>
        <p:spPr>
          <a:xfrm>
            <a:off x="12001499" y="13080999"/>
            <a:ext cx="368505" cy="3746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lvl1pPr>
            <a:lvl2pPr marL="0" lvl="1" indent="0" algn="ctr">
              <a:lnSpc>
                <a:spcPct val="100000"/>
              </a:lnSpc>
              <a:spcBef>
                <a:spcPts val="0"/>
              </a:spcBef>
              <a:spcAft>
                <a:spcPts val="0"/>
              </a:spcAft>
              <a:buClr>
                <a:srgbClr val="000000"/>
              </a:buClr>
              <a:buSzPts val="1800"/>
              <a:buFont typeface="Helvetica Neue"/>
              <a:buNone/>
              <a:defRPr sz="1800"/>
            </a:lvl2pPr>
            <a:lvl3pPr marL="0" lvl="2" indent="0" algn="ctr">
              <a:lnSpc>
                <a:spcPct val="100000"/>
              </a:lnSpc>
              <a:spcBef>
                <a:spcPts val="0"/>
              </a:spcBef>
              <a:spcAft>
                <a:spcPts val="0"/>
              </a:spcAft>
              <a:buClr>
                <a:srgbClr val="000000"/>
              </a:buClr>
              <a:buSzPts val="1800"/>
              <a:buFont typeface="Helvetica Neue"/>
              <a:buNone/>
              <a:defRPr sz="1800"/>
            </a:lvl3pPr>
            <a:lvl4pPr marL="0" lvl="3" indent="0" algn="ctr">
              <a:lnSpc>
                <a:spcPct val="100000"/>
              </a:lnSpc>
              <a:spcBef>
                <a:spcPts val="0"/>
              </a:spcBef>
              <a:spcAft>
                <a:spcPts val="0"/>
              </a:spcAft>
              <a:buClr>
                <a:srgbClr val="000000"/>
              </a:buClr>
              <a:buSzPts val="1800"/>
              <a:buFont typeface="Helvetica Neue"/>
              <a:buNone/>
              <a:defRPr sz="1800"/>
            </a:lvl4pPr>
            <a:lvl5pPr marL="0" lvl="4" indent="0" algn="ctr">
              <a:lnSpc>
                <a:spcPct val="100000"/>
              </a:lnSpc>
              <a:spcBef>
                <a:spcPts val="0"/>
              </a:spcBef>
              <a:spcAft>
                <a:spcPts val="0"/>
              </a:spcAft>
              <a:buClr>
                <a:srgbClr val="000000"/>
              </a:buClr>
              <a:buSzPts val="1800"/>
              <a:buFont typeface="Helvetica Neue"/>
              <a:buNone/>
              <a:defRPr sz="1800"/>
            </a:lvl5pPr>
            <a:lvl6pPr marL="0" lvl="5" indent="0" algn="ctr">
              <a:lnSpc>
                <a:spcPct val="100000"/>
              </a:lnSpc>
              <a:spcBef>
                <a:spcPts val="0"/>
              </a:spcBef>
              <a:spcAft>
                <a:spcPts val="0"/>
              </a:spcAft>
              <a:buClr>
                <a:srgbClr val="000000"/>
              </a:buClr>
              <a:buSzPts val="1800"/>
              <a:buFont typeface="Helvetica Neue"/>
              <a:buNone/>
              <a:defRPr sz="1800"/>
            </a:lvl6pPr>
            <a:lvl7pPr marL="0" lvl="6" indent="0" algn="ctr">
              <a:lnSpc>
                <a:spcPct val="100000"/>
              </a:lnSpc>
              <a:spcBef>
                <a:spcPts val="0"/>
              </a:spcBef>
              <a:spcAft>
                <a:spcPts val="0"/>
              </a:spcAft>
              <a:buClr>
                <a:srgbClr val="000000"/>
              </a:buClr>
              <a:buSzPts val="1800"/>
              <a:buFont typeface="Helvetica Neue"/>
              <a:buNone/>
              <a:defRPr sz="1800"/>
            </a:lvl7pPr>
            <a:lvl8pPr marL="0" lvl="7" indent="0" algn="ctr">
              <a:lnSpc>
                <a:spcPct val="100000"/>
              </a:lnSpc>
              <a:spcBef>
                <a:spcPts val="0"/>
              </a:spcBef>
              <a:spcAft>
                <a:spcPts val="0"/>
              </a:spcAft>
              <a:buClr>
                <a:srgbClr val="000000"/>
              </a:buClr>
              <a:buSzPts val="1800"/>
              <a:buFont typeface="Helvetica Neue"/>
              <a:buNone/>
              <a:defRPr sz="1800"/>
            </a:lvl8pPr>
            <a:lvl9pPr marL="0" lvl="8" indent="0" algn="ctr">
              <a:lnSpc>
                <a:spcPct val="100000"/>
              </a:lnSpc>
              <a:spcBef>
                <a:spcPts val="0"/>
              </a:spcBef>
              <a:spcAft>
                <a:spcPts val="0"/>
              </a:spcAft>
              <a:buClr>
                <a:srgbClr val="000000"/>
              </a:buClr>
              <a:buSzPts val="1800"/>
              <a:buFont typeface="Helvetica Neue"/>
              <a:buNone/>
              <a:defRPr sz="1800"/>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pic>
        <p:nvPicPr>
          <p:cNvPr id="6" name="Google Shape;6;p9" descr="Title Page for Template.png"/>
          <p:cNvPicPr preferRelativeResize="0"/>
          <p:nvPr/>
        </p:nvPicPr>
        <p:blipFill rotWithShape="1">
          <a:blip r:embed="rId5">
            <a:alphaModFix/>
          </a:blip>
          <a:srcRect/>
          <a:stretch/>
        </p:blipFill>
        <p:spPr>
          <a:xfrm>
            <a:off x="0" y="0"/>
            <a:ext cx="24384000" cy="13716000"/>
          </a:xfrm>
          <a:prstGeom prst="rect">
            <a:avLst/>
          </a:prstGeom>
          <a:noFill/>
          <a:ln>
            <a:noFill/>
          </a:ln>
        </p:spPr>
      </p:pic>
      <p:sp>
        <p:nvSpPr>
          <p:cNvPr id="7" name="Google Shape;7;p9"/>
          <p:cNvSpPr txBox="1"/>
          <p:nvPr/>
        </p:nvSpPr>
        <p:spPr>
          <a:xfrm>
            <a:off x="11703151" y="6580784"/>
            <a:ext cx="1231698" cy="808432"/>
          </a:xfrm>
          <a:prstGeom prst="rect">
            <a:avLst/>
          </a:prstGeom>
          <a:noFill/>
          <a:ln>
            <a:noFill/>
          </a:ln>
        </p:spPr>
        <p:txBody>
          <a:bodyPr spcFirstLastPara="1" wrap="square" lIns="50800" tIns="50800" rIns="50800" bIns="50800" anchor="ctr" anchorCtr="0">
            <a:spAutoFit/>
          </a:bodyPr>
          <a:lstStyle/>
          <a:p>
            <a:pPr marL="0" marR="0" lvl="0" indent="0" algn="l" rtl="0">
              <a:lnSpc>
                <a:spcPct val="90000"/>
              </a:lnSpc>
              <a:spcBef>
                <a:spcPts val="0"/>
              </a:spcBef>
              <a:spcAft>
                <a:spcPts val="0"/>
              </a:spcAft>
              <a:buClr>
                <a:srgbClr val="000000"/>
              </a:buClr>
              <a:buSzPts val="4800"/>
              <a:buFont typeface="Helvetica Neue"/>
              <a:buNone/>
            </a:pPr>
            <a:endParaRPr sz="4800" b="0" i="0" u="none" strike="noStrike" cap="none">
              <a:solidFill>
                <a:srgbClr val="000000"/>
              </a:solidFill>
              <a:latin typeface="Helvetica Neue"/>
              <a:ea typeface="Helvetica Neue"/>
              <a:cs typeface="Helvetica Neue"/>
              <a:sym typeface="Helvetica Neue"/>
            </a:endParaRPr>
          </a:p>
        </p:txBody>
      </p:sp>
      <p:sp>
        <p:nvSpPr>
          <p:cNvPr id="8" name="Google Shape;8;p9"/>
          <p:cNvSpPr txBox="1">
            <a:spLocks noGrp="1"/>
          </p:cNvSpPr>
          <p:nvPr>
            <p:ph type="title"/>
          </p:nvPr>
        </p:nvSpPr>
        <p:spPr>
          <a:xfrm>
            <a:off x="1206498" y="4533900"/>
            <a:ext cx="21971004" cy="4648200"/>
          </a:xfrm>
          <a:prstGeom prst="rect">
            <a:avLst/>
          </a:prstGeom>
          <a:noFill/>
          <a:ln>
            <a:noFill/>
          </a:ln>
        </p:spPr>
        <p:txBody>
          <a:bodyPr spcFirstLastPara="1" wrap="square" lIns="50800" tIns="50800" rIns="50800" bIns="50800" anchor="b" anchorCtr="0">
            <a:normAutofit/>
          </a:bodyPr>
          <a:lstStyle>
            <a:lvl1pPr marR="0" lvl="0" algn="l" rtl="0">
              <a:lnSpc>
                <a:spcPct val="80000"/>
              </a:lnSpc>
              <a:spcBef>
                <a:spcPts val="0"/>
              </a:spcBef>
              <a:spcAft>
                <a:spcPts val="0"/>
              </a:spcAft>
              <a:buClr>
                <a:srgbClr val="000000"/>
              </a:buClr>
              <a:buSzPts val="11600"/>
              <a:buFont typeface="Helvetica Neue"/>
              <a:buNone/>
              <a:defRPr sz="11600" b="1" i="0" u="none" strike="noStrike" cap="none">
                <a:solidFill>
                  <a:srgbClr val="000000"/>
                </a:solidFill>
                <a:latin typeface="Helvetica Neue"/>
                <a:ea typeface="Helvetica Neue"/>
                <a:cs typeface="Helvetica Neue"/>
                <a:sym typeface="Helvetica Neue"/>
              </a:defRPr>
            </a:lvl1pPr>
            <a:lvl2pPr marR="0" lvl="1" algn="l" rtl="0">
              <a:lnSpc>
                <a:spcPct val="80000"/>
              </a:lnSpc>
              <a:spcBef>
                <a:spcPts val="0"/>
              </a:spcBef>
              <a:spcAft>
                <a:spcPts val="0"/>
              </a:spcAft>
              <a:buClr>
                <a:srgbClr val="000000"/>
              </a:buClr>
              <a:buSzPts val="11600"/>
              <a:buFont typeface="Helvetica Neue"/>
              <a:buNone/>
              <a:defRPr sz="11600" b="1" i="0" u="none" strike="noStrike" cap="none">
                <a:solidFill>
                  <a:srgbClr val="000000"/>
                </a:solidFill>
                <a:latin typeface="Helvetica Neue"/>
                <a:ea typeface="Helvetica Neue"/>
                <a:cs typeface="Helvetica Neue"/>
                <a:sym typeface="Helvetica Neue"/>
              </a:defRPr>
            </a:lvl2pPr>
            <a:lvl3pPr marR="0" lvl="2" algn="l" rtl="0">
              <a:lnSpc>
                <a:spcPct val="80000"/>
              </a:lnSpc>
              <a:spcBef>
                <a:spcPts val="0"/>
              </a:spcBef>
              <a:spcAft>
                <a:spcPts val="0"/>
              </a:spcAft>
              <a:buClr>
                <a:srgbClr val="000000"/>
              </a:buClr>
              <a:buSzPts val="11600"/>
              <a:buFont typeface="Helvetica Neue"/>
              <a:buNone/>
              <a:defRPr sz="11600" b="1" i="0" u="none" strike="noStrike" cap="none">
                <a:solidFill>
                  <a:srgbClr val="000000"/>
                </a:solidFill>
                <a:latin typeface="Helvetica Neue"/>
                <a:ea typeface="Helvetica Neue"/>
                <a:cs typeface="Helvetica Neue"/>
                <a:sym typeface="Helvetica Neue"/>
              </a:defRPr>
            </a:lvl3pPr>
            <a:lvl4pPr marR="0" lvl="3" algn="l" rtl="0">
              <a:lnSpc>
                <a:spcPct val="80000"/>
              </a:lnSpc>
              <a:spcBef>
                <a:spcPts val="0"/>
              </a:spcBef>
              <a:spcAft>
                <a:spcPts val="0"/>
              </a:spcAft>
              <a:buClr>
                <a:srgbClr val="000000"/>
              </a:buClr>
              <a:buSzPts val="11600"/>
              <a:buFont typeface="Helvetica Neue"/>
              <a:buNone/>
              <a:defRPr sz="11600" b="1" i="0" u="none" strike="noStrike" cap="none">
                <a:solidFill>
                  <a:srgbClr val="000000"/>
                </a:solidFill>
                <a:latin typeface="Helvetica Neue"/>
                <a:ea typeface="Helvetica Neue"/>
                <a:cs typeface="Helvetica Neue"/>
                <a:sym typeface="Helvetica Neue"/>
              </a:defRPr>
            </a:lvl4pPr>
            <a:lvl5pPr marR="0" lvl="4" algn="l" rtl="0">
              <a:lnSpc>
                <a:spcPct val="80000"/>
              </a:lnSpc>
              <a:spcBef>
                <a:spcPts val="0"/>
              </a:spcBef>
              <a:spcAft>
                <a:spcPts val="0"/>
              </a:spcAft>
              <a:buClr>
                <a:srgbClr val="000000"/>
              </a:buClr>
              <a:buSzPts val="11600"/>
              <a:buFont typeface="Helvetica Neue"/>
              <a:buNone/>
              <a:defRPr sz="11600" b="1" i="0" u="none" strike="noStrike" cap="none">
                <a:solidFill>
                  <a:srgbClr val="000000"/>
                </a:solidFill>
                <a:latin typeface="Helvetica Neue"/>
                <a:ea typeface="Helvetica Neue"/>
                <a:cs typeface="Helvetica Neue"/>
                <a:sym typeface="Helvetica Neue"/>
              </a:defRPr>
            </a:lvl5pPr>
            <a:lvl6pPr marR="0" lvl="5" algn="l" rtl="0">
              <a:lnSpc>
                <a:spcPct val="80000"/>
              </a:lnSpc>
              <a:spcBef>
                <a:spcPts val="0"/>
              </a:spcBef>
              <a:spcAft>
                <a:spcPts val="0"/>
              </a:spcAft>
              <a:buClr>
                <a:srgbClr val="000000"/>
              </a:buClr>
              <a:buSzPts val="11600"/>
              <a:buFont typeface="Helvetica Neue"/>
              <a:buNone/>
              <a:defRPr sz="11600" b="1" i="0" u="none" strike="noStrike" cap="none">
                <a:solidFill>
                  <a:srgbClr val="000000"/>
                </a:solidFill>
                <a:latin typeface="Helvetica Neue"/>
                <a:ea typeface="Helvetica Neue"/>
                <a:cs typeface="Helvetica Neue"/>
                <a:sym typeface="Helvetica Neue"/>
              </a:defRPr>
            </a:lvl6pPr>
            <a:lvl7pPr marR="0" lvl="6" algn="l" rtl="0">
              <a:lnSpc>
                <a:spcPct val="80000"/>
              </a:lnSpc>
              <a:spcBef>
                <a:spcPts val="0"/>
              </a:spcBef>
              <a:spcAft>
                <a:spcPts val="0"/>
              </a:spcAft>
              <a:buClr>
                <a:srgbClr val="000000"/>
              </a:buClr>
              <a:buSzPts val="11600"/>
              <a:buFont typeface="Helvetica Neue"/>
              <a:buNone/>
              <a:defRPr sz="11600" b="1" i="0" u="none" strike="noStrike" cap="none">
                <a:solidFill>
                  <a:srgbClr val="000000"/>
                </a:solidFill>
                <a:latin typeface="Helvetica Neue"/>
                <a:ea typeface="Helvetica Neue"/>
                <a:cs typeface="Helvetica Neue"/>
                <a:sym typeface="Helvetica Neue"/>
              </a:defRPr>
            </a:lvl7pPr>
            <a:lvl8pPr marR="0" lvl="7" algn="l" rtl="0">
              <a:lnSpc>
                <a:spcPct val="80000"/>
              </a:lnSpc>
              <a:spcBef>
                <a:spcPts val="0"/>
              </a:spcBef>
              <a:spcAft>
                <a:spcPts val="0"/>
              </a:spcAft>
              <a:buClr>
                <a:srgbClr val="000000"/>
              </a:buClr>
              <a:buSzPts val="11600"/>
              <a:buFont typeface="Helvetica Neue"/>
              <a:buNone/>
              <a:defRPr sz="11600" b="1" i="0" u="none" strike="noStrike" cap="none">
                <a:solidFill>
                  <a:srgbClr val="000000"/>
                </a:solidFill>
                <a:latin typeface="Helvetica Neue"/>
                <a:ea typeface="Helvetica Neue"/>
                <a:cs typeface="Helvetica Neue"/>
                <a:sym typeface="Helvetica Neue"/>
              </a:defRPr>
            </a:lvl8pPr>
            <a:lvl9pPr marR="0" lvl="8" algn="l" rtl="0">
              <a:lnSpc>
                <a:spcPct val="80000"/>
              </a:lnSpc>
              <a:spcBef>
                <a:spcPts val="0"/>
              </a:spcBef>
              <a:spcAft>
                <a:spcPts val="0"/>
              </a:spcAft>
              <a:buClr>
                <a:srgbClr val="000000"/>
              </a:buClr>
              <a:buSzPts val="11600"/>
              <a:buFont typeface="Helvetica Neue"/>
              <a:buNone/>
              <a:defRPr sz="11600" b="1" i="0" u="none" strike="noStrike" cap="none">
                <a:solidFill>
                  <a:srgbClr val="000000"/>
                </a:solidFill>
                <a:latin typeface="Helvetica Neue"/>
                <a:ea typeface="Helvetica Neue"/>
                <a:cs typeface="Helvetica Neue"/>
                <a:sym typeface="Helvetica Neue"/>
              </a:defRPr>
            </a:lvl9pPr>
          </a:lstStyle>
          <a:p>
            <a:endParaRPr/>
          </a:p>
        </p:txBody>
      </p:sp>
      <p:sp>
        <p:nvSpPr>
          <p:cNvPr id="9" name="Google Shape;9;p9"/>
          <p:cNvSpPr txBox="1">
            <a:spLocks noGrp="1"/>
          </p:cNvSpPr>
          <p:nvPr>
            <p:ph type="body" idx="1"/>
          </p:nvPr>
        </p:nvSpPr>
        <p:spPr>
          <a:xfrm>
            <a:off x="1206500" y="9432990"/>
            <a:ext cx="21971000" cy="1905001"/>
          </a:xfrm>
          <a:prstGeom prst="rect">
            <a:avLst/>
          </a:prstGeom>
          <a:noFill/>
          <a:ln>
            <a:noFill/>
          </a:ln>
        </p:spPr>
        <p:txBody>
          <a:bodyPr spcFirstLastPara="1" wrap="square" lIns="50800" tIns="50800" rIns="50800" bIns="50800" anchor="t" anchorCtr="0">
            <a:normAutofit/>
          </a:bodyPr>
          <a:lstStyle>
            <a:lvl1pPr marL="457200" marR="0" lvl="0" indent="-228600" algn="l" rtl="0">
              <a:lnSpc>
                <a:spcPct val="100000"/>
              </a:lnSpc>
              <a:spcBef>
                <a:spcPts val="0"/>
              </a:spcBef>
              <a:spcAft>
                <a:spcPts val="0"/>
              </a:spcAft>
              <a:buClr>
                <a:srgbClr val="000000"/>
              </a:buClr>
              <a:buSzPts val="5500"/>
              <a:buFont typeface="Helvetica Neue"/>
              <a:buNone/>
              <a:defRPr sz="5500" b="1" i="0" u="none" strike="noStrike" cap="none">
                <a:solidFill>
                  <a:srgbClr val="000000"/>
                </a:solidFill>
                <a:latin typeface="Helvetica Neue"/>
                <a:ea typeface="Helvetica Neue"/>
                <a:cs typeface="Helvetica Neue"/>
                <a:sym typeface="Helvetica Neue"/>
              </a:defRPr>
            </a:lvl1pPr>
            <a:lvl2pPr marL="914400" marR="0" lvl="1" indent="-228600" algn="l" rtl="0">
              <a:lnSpc>
                <a:spcPct val="100000"/>
              </a:lnSpc>
              <a:spcBef>
                <a:spcPts val="0"/>
              </a:spcBef>
              <a:spcAft>
                <a:spcPts val="0"/>
              </a:spcAft>
              <a:buClr>
                <a:srgbClr val="000000"/>
              </a:buClr>
              <a:buSzPts val="5500"/>
              <a:buFont typeface="Helvetica Neue"/>
              <a:buNone/>
              <a:defRPr sz="5500" b="1" i="0" u="none" strike="noStrike" cap="none">
                <a:solidFill>
                  <a:srgbClr val="000000"/>
                </a:solidFill>
                <a:latin typeface="Helvetica Neue"/>
                <a:ea typeface="Helvetica Neue"/>
                <a:cs typeface="Helvetica Neue"/>
                <a:sym typeface="Helvetica Neue"/>
              </a:defRPr>
            </a:lvl2pPr>
            <a:lvl3pPr marL="1371600" marR="0" lvl="2" indent="-228600" algn="l" rtl="0">
              <a:lnSpc>
                <a:spcPct val="100000"/>
              </a:lnSpc>
              <a:spcBef>
                <a:spcPts val="0"/>
              </a:spcBef>
              <a:spcAft>
                <a:spcPts val="0"/>
              </a:spcAft>
              <a:buClr>
                <a:srgbClr val="000000"/>
              </a:buClr>
              <a:buSzPts val="5500"/>
              <a:buFont typeface="Helvetica Neue"/>
              <a:buNone/>
              <a:defRPr sz="5500" b="1" i="0" u="none" strike="noStrike" cap="none">
                <a:solidFill>
                  <a:srgbClr val="000000"/>
                </a:solidFill>
                <a:latin typeface="Helvetica Neue"/>
                <a:ea typeface="Helvetica Neue"/>
                <a:cs typeface="Helvetica Neue"/>
                <a:sym typeface="Helvetica Neue"/>
              </a:defRPr>
            </a:lvl3pPr>
            <a:lvl4pPr marL="1828800" marR="0" lvl="3" indent="-228600" algn="l" rtl="0">
              <a:lnSpc>
                <a:spcPct val="100000"/>
              </a:lnSpc>
              <a:spcBef>
                <a:spcPts val="0"/>
              </a:spcBef>
              <a:spcAft>
                <a:spcPts val="0"/>
              </a:spcAft>
              <a:buClr>
                <a:srgbClr val="000000"/>
              </a:buClr>
              <a:buSzPts val="5500"/>
              <a:buFont typeface="Helvetica Neue"/>
              <a:buNone/>
              <a:defRPr sz="5500" b="1" i="0" u="none" strike="noStrike" cap="none">
                <a:solidFill>
                  <a:srgbClr val="000000"/>
                </a:solidFill>
                <a:latin typeface="Helvetica Neue"/>
                <a:ea typeface="Helvetica Neue"/>
                <a:cs typeface="Helvetica Neue"/>
                <a:sym typeface="Helvetica Neue"/>
              </a:defRPr>
            </a:lvl4pPr>
            <a:lvl5pPr marL="2286000" marR="0" lvl="4" indent="-228600" algn="l" rtl="0">
              <a:lnSpc>
                <a:spcPct val="100000"/>
              </a:lnSpc>
              <a:spcBef>
                <a:spcPts val="0"/>
              </a:spcBef>
              <a:spcAft>
                <a:spcPts val="0"/>
              </a:spcAft>
              <a:buClr>
                <a:srgbClr val="000000"/>
              </a:buClr>
              <a:buSzPts val="5500"/>
              <a:buFont typeface="Helvetica Neue"/>
              <a:buNone/>
              <a:defRPr sz="5500" b="1" i="0" u="none" strike="noStrike" cap="none">
                <a:solidFill>
                  <a:srgbClr val="000000"/>
                </a:solidFill>
                <a:latin typeface="Helvetica Neue"/>
                <a:ea typeface="Helvetica Neue"/>
                <a:cs typeface="Helvetica Neue"/>
                <a:sym typeface="Helvetica Neue"/>
              </a:defRPr>
            </a:lvl5pPr>
            <a:lvl6pPr marL="2743200" marR="0" lvl="5" indent="-228600" algn="l" rtl="0">
              <a:lnSpc>
                <a:spcPct val="100000"/>
              </a:lnSpc>
              <a:spcBef>
                <a:spcPts val="0"/>
              </a:spcBef>
              <a:spcAft>
                <a:spcPts val="0"/>
              </a:spcAft>
              <a:buClr>
                <a:srgbClr val="000000"/>
              </a:buClr>
              <a:buSzPts val="5500"/>
              <a:buFont typeface="Helvetica Neue"/>
              <a:buNone/>
              <a:defRPr sz="5500" b="1" i="0" u="none" strike="noStrike" cap="none">
                <a:solidFill>
                  <a:srgbClr val="000000"/>
                </a:solidFill>
                <a:latin typeface="Helvetica Neue"/>
                <a:ea typeface="Helvetica Neue"/>
                <a:cs typeface="Helvetica Neue"/>
                <a:sym typeface="Helvetica Neue"/>
              </a:defRPr>
            </a:lvl6pPr>
            <a:lvl7pPr marL="3200400" marR="0" lvl="6" indent="-228600" algn="l" rtl="0">
              <a:lnSpc>
                <a:spcPct val="100000"/>
              </a:lnSpc>
              <a:spcBef>
                <a:spcPts val="0"/>
              </a:spcBef>
              <a:spcAft>
                <a:spcPts val="0"/>
              </a:spcAft>
              <a:buClr>
                <a:srgbClr val="000000"/>
              </a:buClr>
              <a:buSzPts val="5500"/>
              <a:buFont typeface="Helvetica Neue"/>
              <a:buNone/>
              <a:defRPr sz="5500" b="1" i="0" u="none" strike="noStrike" cap="none">
                <a:solidFill>
                  <a:srgbClr val="000000"/>
                </a:solidFill>
                <a:latin typeface="Helvetica Neue"/>
                <a:ea typeface="Helvetica Neue"/>
                <a:cs typeface="Helvetica Neue"/>
                <a:sym typeface="Helvetica Neue"/>
              </a:defRPr>
            </a:lvl7pPr>
            <a:lvl8pPr marL="3657600" marR="0" lvl="7" indent="-228600" algn="l" rtl="0">
              <a:lnSpc>
                <a:spcPct val="100000"/>
              </a:lnSpc>
              <a:spcBef>
                <a:spcPts val="0"/>
              </a:spcBef>
              <a:spcAft>
                <a:spcPts val="0"/>
              </a:spcAft>
              <a:buClr>
                <a:srgbClr val="000000"/>
              </a:buClr>
              <a:buSzPts val="5500"/>
              <a:buFont typeface="Helvetica Neue"/>
              <a:buNone/>
              <a:defRPr sz="5500" b="1" i="0" u="none" strike="noStrike" cap="none">
                <a:solidFill>
                  <a:srgbClr val="000000"/>
                </a:solidFill>
                <a:latin typeface="Helvetica Neue"/>
                <a:ea typeface="Helvetica Neue"/>
                <a:cs typeface="Helvetica Neue"/>
                <a:sym typeface="Helvetica Neue"/>
              </a:defRPr>
            </a:lvl8pPr>
            <a:lvl9pPr marL="4114800" marR="0" lvl="8" indent="-228600" algn="l" rtl="0">
              <a:lnSpc>
                <a:spcPct val="100000"/>
              </a:lnSpc>
              <a:spcBef>
                <a:spcPts val="0"/>
              </a:spcBef>
              <a:spcAft>
                <a:spcPts val="0"/>
              </a:spcAft>
              <a:buClr>
                <a:srgbClr val="000000"/>
              </a:buClr>
              <a:buSzPts val="5500"/>
              <a:buFont typeface="Helvetica Neue"/>
              <a:buNone/>
              <a:defRPr sz="5500" b="1" i="0" u="none" strike="noStrike" cap="none">
                <a:solidFill>
                  <a:srgbClr val="000000"/>
                </a:solidFill>
                <a:latin typeface="Helvetica Neue"/>
                <a:ea typeface="Helvetica Neue"/>
                <a:cs typeface="Helvetica Neue"/>
                <a:sym typeface="Helvetica Neue"/>
              </a:defRPr>
            </a:lvl9pPr>
          </a:lstStyle>
          <a:p>
            <a:endParaRPr/>
          </a:p>
        </p:txBody>
      </p:sp>
      <p:sp>
        <p:nvSpPr>
          <p:cNvPr id="10" name="Google Shape;10;p9"/>
          <p:cNvSpPr txBox="1">
            <a:spLocks noGrp="1"/>
          </p:cNvSpPr>
          <p:nvPr>
            <p:ph type="sldNum" idx="12"/>
          </p:nvPr>
        </p:nvSpPr>
        <p:spPr>
          <a:xfrm>
            <a:off x="12001499" y="13080999"/>
            <a:ext cx="368505" cy="374600"/>
          </a:xfrm>
          <a:prstGeom prst="rect">
            <a:avLst/>
          </a:prstGeom>
          <a:noFill/>
          <a:ln>
            <a:noFill/>
          </a:ln>
        </p:spPr>
        <p:txBody>
          <a:bodyPr spcFirstLastPara="1" wrap="square" lIns="50800" tIns="50800" rIns="50800" bIns="50800" anchor="b" anchorCtr="0">
            <a:spAutoFit/>
          </a:bodyPr>
          <a:lstStyle>
            <a:lvl1pPr marL="0" marR="0" lvl="0"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US"/>
              <a:t>‹#›</a:t>
            </a:fld>
            <a:endParaRPr sz="1400">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sp>
        <p:nvSpPr>
          <p:cNvPr id="26" name="Google Shape;26;p1"/>
          <p:cNvSpPr txBox="1"/>
          <p:nvPr/>
        </p:nvSpPr>
        <p:spPr>
          <a:xfrm>
            <a:off x="8347885" y="6474254"/>
            <a:ext cx="8807054" cy="767390"/>
          </a:xfrm>
          <a:prstGeom prst="rect">
            <a:avLst/>
          </a:prstGeom>
          <a:noFill/>
          <a:ln>
            <a:noFill/>
          </a:ln>
        </p:spPr>
        <p:txBody>
          <a:bodyPr spcFirstLastPara="1" wrap="square" lIns="50800" tIns="50800" rIns="50800" bIns="50800" anchor="ctr" anchorCtr="0">
            <a:spAutoFit/>
          </a:bodyPr>
          <a:lstStyle/>
          <a:p>
            <a:pPr marL="0" marR="0" lvl="0" indent="0" algn="l" rtl="0">
              <a:lnSpc>
                <a:spcPct val="90000"/>
              </a:lnSpc>
              <a:spcBef>
                <a:spcPts val="0"/>
              </a:spcBef>
              <a:spcAft>
                <a:spcPts val="0"/>
              </a:spcAft>
              <a:buClr>
                <a:srgbClr val="FFFFFF"/>
              </a:buClr>
              <a:buSzPts val="4800"/>
              <a:buFont typeface="Inter"/>
              <a:buNone/>
            </a:pPr>
            <a:r>
              <a:rPr lang="en-US" sz="4800" b="1" i="0" u="none" strike="noStrike" cap="none" dirty="0">
                <a:solidFill>
                  <a:srgbClr val="FFFFFF"/>
                </a:solidFill>
                <a:latin typeface="Inter"/>
                <a:ea typeface="Inter"/>
                <a:cs typeface="Inter"/>
                <a:sym typeface="Inter"/>
              </a:rPr>
              <a:t>Team Name</a:t>
            </a:r>
            <a:r>
              <a:rPr lang="en-US" sz="4800" b="0" i="0" u="none" strike="noStrike" cap="none" dirty="0">
                <a:solidFill>
                  <a:srgbClr val="FFFFFF"/>
                </a:solidFill>
                <a:latin typeface="Inter"/>
                <a:ea typeface="Inter"/>
                <a:cs typeface="Inter"/>
                <a:sym typeface="Inter"/>
              </a:rPr>
              <a:t>: Runtime Terror</a:t>
            </a:r>
            <a:endParaRPr dirty="0"/>
          </a:p>
        </p:txBody>
      </p:sp>
      <p:sp>
        <p:nvSpPr>
          <p:cNvPr id="27" name="Google Shape;27;p1"/>
          <p:cNvSpPr txBox="1"/>
          <p:nvPr/>
        </p:nvSpPr>
        <p:spPr>
          <a:xfrm>
            <a:off x="8347885" y="7293046"/>
            <a:ext cx="9164863" cy="4603824"/>
          </a:xfrm>
          <a:prstGeom prst="rect">
            <a:avLst/>
          </a:prstGeom>
          <a:noFill/>
          <a:ln>
            <a:noFill/>
          </a:ln>
        </p:spPr>
        <p:txBody>
          <a:bodyPr spcFirstLastPara="1" wrap="square" lIns="50800" tIns="50800" rIns="50800" bIns="50800" anchor="ctr" anchorCtr="0">
            <a:spAutoFit/>
          </a:bodyPr>
          <a:lstStyle/>
          <a:p>
            <a:pPr marL="0" marR="0" lvl="0" indent="0" algn="l" rtl="0">
              <a:lnSpc>
                <a:spcPct val="90000"/>
              </a:lnSpc>
              <a:spcBef>
                <a:spcPts val="0"/>
              </a:spcBef>
              <a:spcAft>
                <a:spcPts val="0"/>
              </a:spcAft>
              <a:buClr>
                <a:srgbClr val="FFFFFF"/>
              </a:buClr>
              <a:buSzPts val="4800"/>
              <a:buFont typeface="Inter"/>
              <a:buNone/>
            </a:pPr>
            <a:r>
              <a:rPr lang="en-US" sz="4800" b="1" i="0" u="none" strike="noStrike" cap="none" dirty="0">
                <a:solidFill>
                  <a:srgbClr val="FFFFFF"/>
                </a:solidFill>
                <a:latin typeface="Inter"/>
                <a:ea typeface="Inter"/>
                <a:cs typeface="Inter"/>
                <a:sym typeface="Inter"/>
              </a:rPr>
              <a:t>Team Members</a:t>
            </a:r>
            <a:r>
              <a:rPr lang="en-US" sz="4800" b="0" i="0" u="none" strike="noStrike" cap="none" dirty="0">
                <a:solidFill>
                  <a:srgbClr val="FFFFFF"/>
                </a:solidFill>
                <a:latin typeface="Inter"/>
                <a:ea typeface="Inter"/>
                <a:cs typeface="Inter"/>
                <a:sym typeface="Inter"/>
              </a:rPr>
              <a:t>:</a:t>
            </a:r>
            <a:endParaRPr sz="4800" b="0" i="0" u="none" strike="noStrike" cap="none" dirty="0">
              <a:solidFill>
                <a:srgbClr val="000000"/>
              </a:solidFill>
              <a:latin typeface="Inter"/>
              <a:ea typeface="Inter"/>
              <a:cs typeface="Inter"/>
              <a:sym typeface="Inter"/>
            </a:endParaRPr>
          </a:p>
          <a:p>
            <a:pPr marL="609600" marR="0" lvl="0" indent="-609600" algn="l" rtl="0">
              <a:lnSpc>
                <a:spcPct val="30000"/>
              </a:lnSpc>
              <a:spcBef>
                <a:spcPts val="4500"/>
              </a:spcBef>
              <a:spcAft>
                <a:spcPts val="0"/>
              </a:spcAft>
              <a:buClr>
                <a:srgbClr val="FFFFFF"/>
              </a:buClr>
              <a:buSzPts val="5904"/>
              <a:buFont typeface="Inter"/>
              <a:buChar char="•"/>
            </a:pPr>
            <a:r>
              <a:rPr lang="en-US" sz="4800" dirty="0">
                <a:solidFill>
                  <a:srgbClr val="FFFFFF"/>
                </a:solidFill>
                <a:latin typeface="Inter"/>
                <a:ea typeface="Inter"/>
                <a:sym typeface="Inter"/>
              </a:rPr>
              <a:t>Haima Krishna</a:t>
            </a:r>
            <a:endParaRPr dirty="0"/>
          </a:p>
          <a:p>
            <a:pPr marL="609600" marR="0" lvl="0" indent="-609600" algn="l" rtl="0">
              <a:lnSpc>
                <a:spcPct val="30000"/>
              </a:lnSpc>
              <a:spcBef>
                <a:spcPts val="4500"/>
              </a:spcBef>
              <a:spcAft>
                <a:spcPts val="0"/>
              </a:spcAft>
              <a:buClr>
                <a:srgbClr val="FFFFFF"/>
              </a:buClr>
              <a:buSzPts val="5904"/>
              <a:buFont typeface="Inter"/>
              <a:buChar char="•"/>
            </a:pPr>
            <a:r>
              <a:rPr lang="en-US" sz="4800" dirty="0">
                <a:solidFill>
                  <a:srgbClr val="FFFFFF"/>
                </a:solidFill>
                <a:latin typeface="Inter"/>
                <a:ea typeface="Inter"/>
                <a:sym typeface="Inter"/>
              </a:rPr>
              <a:t>Srushti Shivanand </a:t>
            </a:r>
            <a:r>
              <a:rPr lang="en-US" sz="4800" dirty="0" err="1">
                <a:solidFill>
                  <a:srgbClr val="FFFFFF"/>
                </a:solidFill>
                <a:latin typeface="Inter"/>
                <a:ea typeface="Inter"/>
                <a:sym typeface="Inter"/>
              </a:rPr>
              <a:t>Durgekar</a:t>
            </a:r>
            <a:r>
              <a:rPr lang="en-US" sz="4800" dirty="0">
                <a:solidFill>
                  <a:srgbClr val="FFFFFF"/>
                </a:solidFill>
                <a:latin typeface="Inter"/>
                <a:ea typeface="Inter"/>
                <a:sym typeface="Inter"/>
              </a:rPr>
              <a:t> </a:t>
            </a:r>
            <a:endParaRPr dirty="0"/>
          </a:p>
          <a:p>
            <a:pPr marL="609600" marR="0" lvl="0" indent="-609600" algn="l" rtl="0">
              <a:lnSpc>
                <a:spcPct val="30000"/>
              </a:lnSpc>
              <a:spcBef>
                <a:spcPts val="4500"/>
              </a:spcBef>
              <a:spcAft>
                <a:spcPts val="0"/>
              </a:spcAft>
              <a:buClr>
                <a:srgbClr val="FFFFFF"/>
              </a:buClr>
              <a:buSzPts val="5904"/>
              <a:buFont typeface="Inter"/>
              <a:buChar char="•"/>
            </a:pPr>
            <a:r>
              <a:rPr lang="en-US" sz="4800" dirty="0">
                <a:solidFill>
                  <a:srgbClr val="FFFFFF"/>
                </a:solidFill>
                <a:latin typeface="Inter"/>
                <a:ea typeface="Inter"/>
                <a:sym typeface="Inter"/>
              </a:rPr>
              <a:t>Ananya L.S</a:t>
            </a:r>
          </a:p>
          <a:p>
            <a:pPr marL="609600" marR="0" lvl="0" indent="-609600" algn="l" rtl="0">
              <a:lnSpc>
                <a:spcPct val="30000"/>
              </a:lnSpc>
              <a:spcBef>
                <a:spcPts val="4500"/>
              </a:spcBef>
              <a:spcAft>
                <a:spcPts val="0"/>
              </a:spcAft>
              <a:buClr>
                <a:srgbClr val="FFFFFF"/>
              </a:buClr>
              <a:buSzPts val="5904"/>
              <a:buFont typeface="Inter"/>
              <a:buChar char="•"/>
            </a:pPr>
            <a:r>
              <a:rPr lang="en-US" sz="4800" dirty="0">
                <a:solidFill>
                  <a:srgbClr val="FFFFFF"/>
                </a:solidFill>
                <a:latin typeface="Inter"/>
                <a:ea typeface="Inter"/>
                <a:sym typeface="Inter"/>
              </a:rPr>
              <a:t>Aaryaman Ghosh</a:t>
            </a:r>
            <a:endParaRPr dirty="0"/>
          </a:p>
          <a:p>
            <a:pPr marL="609600" marR="0" lvl="0" indent="-609600" algn="l" rtl="0">
              <a:lnSpc>
                <a:spcPct val="30000"/>
              </a:lnSpc>
              <a:spcBef>
                <a:spcPts val="4500"/>
              </a:spcBef>
              <a:spcAft>
                <a:spcPts val="0"/>
              </a:spcAft>
              <a:buClr>
                <a:srgbClr val="FFFFFF"/>
              </a:buClr>
              <a:buSzPts val="5904"/>
              <a:buFont typeface="Inter"/>
              <a:buChar char="•"/>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8"/>
        <p:cNvGrpSpPr/>
        <p:nvPr/>
      </p:nvGrpSpPr>
      <p:grpSpPr>
        <a:xfrm>
          <a:off x="0" y="0"/>
          <a:ext cx="0" cy="0"/>
          <a:chOff x="0" y="0"/>
          <a:chExt cx="0" cy="0"/>
        </a:xfrm>
      </p:grpSpPr>
      <p:sp>
        <p:nvSpPr>
          <p:cNvPr id="39" name="Google Shape;39;p3"/>
          <p:cNvSpPr txBox="1">
            <a:spLocks noGrp="1"/>
          </p:cNvSpPr>
          <p:nvPr>
            <p:ph type="title"/>
          </p:nvPr>
        </p:nvSpPr>
        <p:spPr>
          <a:xfrm>
            <a:off x="1206500" y="4214191"/>
            <a:ext cx="21971000" cy="1073426"/>
          </a:xfrm>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rgbClr val="FFFFFF"/>
              </a:buClr>
              <a:buSzPts val="8500"/>
              <a:buFont typeface="Inter"/>
              <a:buNone/>
            </a:pPr>
            <a:r>
              <a:rPr lang="en-US" sz="6600" b="1" dirty="0">
                <a:latin typeface="Inter"/>
                <a:ea typeface="Inter"/>
                <a:cs typeface="Inter"/>
                <a:sym typeface="Inter"/>
              </a:rPr>
              <a:t>Problem Statement</a:t>
            </a:r>
            <a:endParaRPr sz="6600" dirty="0"/>
          </a:p>
        </p:txBody>
      </p:sp>
      <p:sp>
        <p:nvSpPr>
          <p:cNvPr id="40" name="Google Shape;40;p3"/>
          <p:cNvSpPr txBox="1">
            <a:spLocks noGrp="1"/>
          </p:cNvSpPr>
          <p:nvPr>
            <p:ph type="body" idx="2"/>
          </p:nvPr>
        </p:nvSpPr>
        <p:spPr>
          <a:xfrm>
            <a:off x="1206500" y="5721156"/>
            <a:ext cx="21971000" cy="7537073"/>
          </a:xfrm>
          <a:prstGeom prst="rect">
            <a:avLst/>
          </a:prstGeom>
          <a:noFill/>
          <a:ln>
            <a:noFill/>
          </a:ln>
        </p:spPr>
        <p:txBody>
          <a:bodyPr spcFirstLastPara="1" wrap="square" lIns="50800" tIns="50800" rIns="50800" bIns="50800" anchor="t" anchorCtr="0">
            <a:normAutofit/>
          </a:bodyPr>
          <a:lstStyle/>
          <a:p>
            <a:pPr marL="609600" lvl="0" indent="-609600">
              <a:spcBef>
                <a:spcPts val="0"/>
              </a:spcBef>
              <a:buFont typeface="Inter"/>
              <a:buChar char="•"/>
            </a:pPr>
            <a:r>
              <a:rPr lang="en-US" dirty="0">
                <a:latin typeface="Inter"/>
                <a:ea typeface="Inter"/>
                <a:cs typeface="Inter"/>
                <a:sym typeface="Inter"/>
              </a:rPr>
              <a:t>The Core Issue : The core issue is that people often trust online content without verification, which can lead to misinformation and scams due to the lack of simple trust-checking tools.</a:t>
            </a:r>
            <a:endParaRPr dirty="0"/>
          </a:p>
          <a:p>
            <a:pPr marL="609600" lvl="0" indent="-609600">
              <a:buFont typeface="Inter"/>
              <a:buChar char="•"/>
            </a:pPr>
            <a:r>
              <a:rPr lang="en-US" dirty="0">
                <a:latin typeface="Inter"/>
                <a:ea typeface="Inter"/>
                <a:cs typeface="Inter"/>
                <a:sym typeface="Inter"/>
              </a:rPr>
              <a:t>Target Audience: This solution is for students and online users who rely on digital platforms but may not always be able to verify the information.</a:t>
            </a:r>
            <a:endParaRPr dirty="0"/>
          </a:p>
        </p:txBody>
      </p:sp>
      <p:sp>
        <p:nvSpPr>
          <p:cNvPr id="44" name="TextBox 43">
            <a:extLst>
              <a:ext uri="{FF2B5EF4-FFF2-40B4-BE49-F238E27FC236}">
                <a16:creationId xmlns:a16="http://schemas.microsoft.com/office/drawing/2014/main" id="{28466BF1-2AE4-101C-95FD-36C3446E91C5}"/>
              </a:ext>
            </a:extLst>
          </p:cNvPr>
          <p:cNvSpPr txBox="1"/>
          <p:nvPr/>
        </p:nvSpPr>
        <p:spPr>
          <a:xfrm>
            <a:off x="1007717" y="1957039"/>
            <a:ext cx="9766300" cy="1200329"/>
          </a:xfrm>
          <a:prstGeom prst="rect">
            <a:avLst/>
          </a:prstGeom>
          <a:noFill/>
        </p:spPr>
        <p:txBody>
          <a:bodyPr wrap="square" rtlCol="0">
            <a:spAutoFit/>
          </a:bodyPr>
          <a:lstStyle/>
          <a:p>
            <a:r>
              <a:rPr lang="en-US" sz="7200" b="1" dirty="0">
                <a:solidFill>
                  <a:schemeClr val="bg1"/>
                </a:solidFill>
              </a:rPr>
              <a:t>Topic : Trust Lens</a:t>
            </a:r>
            <a:endParaRPr lang="en-IN" sz="7200" b="1"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4"/>
          <p:cNvSpPr txBox="1">
            <a:spLocks noGrp="1"/>
          </p:cNvSpPr>
          <p:nvPr>
            <p:ph type="title"/>
          </p:nvPr>
        </p:nvSpPr>
        <p:spPr>
          <a:xfrm>
            <a:off x="1206500" y="2486993"/>
            <a:ext cx="21971000" cy="1433164"/>
          </a:xfrm>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rgbClr val="FFFFFF"/>
              </a:buClr>
              <a:buSzPts val="8500"/>
              <a:buFont typeface="Inter"/>
              <a:buNone/>
            </a:pPr>
            <a:r>
              <a:rPr lang="en-US" b="1">
                <a:latin typeface="Inter"/>
                <a:ea typeface="Inter"/>
                <a:cs typeface="Inter"/>
                <a:sym typeface="Inter"/>
              </a:rPr>
              <a:t>The Proposed Solution &amp; Innovation</a:t>
            </a:r>
            <a:endParaRPr/>
          </a:p>
        </p:txBody>
      </p:sp>
      <p:sp>
        <p:nvSpPr>
          <p:cNvPr id="46" name="Google Shape;46;p4"/>
          <p:cNvSpPr txBox="1">
            <a:spLocks noGrp="1"/>
          </p:cNvSpPr>
          <p:nvPr>
            <p:ph type="body" idx="2"/>
          </p:nvPr>
        </p:nvSpPr>
        <p:spPr>
          <a:xfrm>
            <a:off x="1206500" y="4607973"/>
            <a:ext cx="21971000" cy="7537073"/>
          </a:xfrm>
          <a:prstGeom prst="rect">
            <a:avLst/>
          </a:prstGeom>
          <a:noFill/>
          <a:ln>
            <a:noFill/>
          </a:ln>
        </p:spPr>
        <p:txBody>
          <a:bodyPr spcFirstLastPara="1" wrap="square" lIns="50800" tIns="50800" rIns="50800" bIns="50800" anchor="t" anchorCtr="0">
            <a:normAutofit/>
          </a:bodyPr>
          <a:lstStyle/>
          <a:p>
            <a:pPr marL="609600" lvl="0" indent="-609600">
              <a:spcBef>
                <a:spcPts val="0"/>
              </a:spcBef>
              <a:buFont typeface="Inter"/>
              <a:buChar char="•"/>
            </a:pPr>
            <a:r>
              <a:rPr lang="en-US" dirty="0">
                <a:latin typeface="Inter"/>
                <a:ea typeface="Inter"/>
                <a:cs typeface="Inter"/>
                <a:sym typeface="Inter"/>
              </a:rPr>
              <a:t>The Solution: Our solution is an AI-based trust detection system that evaluates text and assigns a trust score in real time. It helps users instantly identify whether content is reliable or potentially misleading, reducing the risk of scams and misinformation.</a:t>
            </a:r>
            <a:endParaRPr dirty="0"/>
          </a:p>
          <a:p>
            <a:pPr marL="609600" lvl="0" indent="-609600">
              <a:buFont typeface="Inter"/>
              <a:buChar char="•"/>
            </a:pPr>
            <a:r>
              <a:rPr lang="en-US" dirty="0">
                <a:latin typeface="Inter"/>
                <a:ea typeface="Inter"/>
                <a:cs typeface="Inter"/>
                <a:sym typeface="Inter"/>
              </a:rPr>
              <a:t>The Differentiator: Unlike traditional methods that depend on user judgment or ratings, our system uses machine learning to provide fast and objective analysis. It is simple, quick, and does not require technical knowledge, making it practical for everyday users.</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5"/>
          <p:cNvSpPr txBox="1">
            <a:spLocks noGrp="1"/>
          </p:cNvSpPr>
          <p:nvPr>
            <p:ph type="title"/>
          </p:nvPr>
        </p:nvSpPr>
        <p:spPr>
          <a:xfrm>
            <a:off x="2001630" y="678072"/>
            <a:ext cx="21971000" cy="1433164"/>
          </a:xfrm>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rgbClr val="FFFFFF"/>
              </a:buClr>
              <a:buSzPts val="8500"/>
              <a:buFont typeface="Inter"/>
              <a:buNone/>
            </a:pPr>
            <a:r>
              <a:rPr lang="en-US" sz="7200" b="1" dirty="0">
                <a:latin typeface="Inter"/>
                <a:ea typeface="Inter"/>
                <a:cs typeface="Inter"/>
                <a:sym typeface="Inter"/>
              </a:rPr>
              <a:t>System Architecture / Workflow</a:t>
            </a:r>
            <a:endParaRPr sz="7200" dirty="0"/>
          </a:p>
        </p:txBody>
      </p:sp>
      <p:sp>
        <p:nvSpPr>
          <p:cNvPr id="52" name="Google Shape;52;p5"/>
          <p:cNvSpPr txBox="1">
            <a:spLocks noGrp="1"/>
          </p:cNvSpPr>
          <p:nvPr>
            <p:ph type="body" idx="2"/>
          </p:nvPr>
        </p:nvSpPr>
        <p:spPr>
          <a:xfrm>
            <a:off x="0" y="2683566"/>
            <a:ext cx="15862852" cy="9998764"/>
          </a:xfrm>
          <a:prstGeom prst="rect">
            <a:avLst/>
          </a:prstGeom>
          <a:noFill/>
          <a:ln>
            <a:noFill/>
          </a:ln>
        </p:spPr>
        <p:txBody>
          <a:bodyPr spcFirstLastPara="1" wrap="square" lIns="50800" tIns="50800" rIns="50800" bIns="50800" anchor="t" anchorCtr="0">
            <a:normAutofit fontScale="25000" lnSpcReduction="20000"/>
          </a:bodyPr>
          <a:lstStyle/>
          <a:p>
            <a:pPr marL="609600" lvl="0" indent="-609600">
              <a:lnSpc>
                <a:spcPct val="120000"/>
              </a:lnSpc>
              <a:spcBef>
                <a:spcPts val="0"/>
              </a:spcBef>
              <a:buFont typeface="Inter"/>
              <a:buChar char="•"/>
            </a:pPr>
            <a:r>
              <a:rPr lang="en-US" sz="14400" dirty="0">
                <a:latin typeface="Inter"/>
                <a:ea typeface="Inter"/>
                <a:cs typeface="Inter"/>
                <a:sym typeface="Inter"/>
              </a:rPr>
              <a:t>How It Works </a:t>
            </a:r>
            <a:r>
              <a:rPr lang="en-US" sz="17600" dirty="0">
                <a:latin typeface="Inter"/>
                <a:ea typeface="Inter"/>
                <a:cs typeface="Inter"/>
                <a:sym typeface="Inter"/>
              </a:rPr>
              <a:t>: </a:t>
            </a:r>
            <a:r>
              <a:rPr lang="en-US" sz="12800" dirty="0">
                <a:latin typeface="Inter"/>
                <a:ea typeface="Inter"/>
                <a:cs typeface="Inter"/>
                <a:sym typeface="Inter"/>
              </a:rPr>
              <a:t>The system works in a simple step-by-step process. First, the user enters text such as a review or message through the interface. This input is sent to the backend, where it is processed using a machine learning model. The model analyzes the text, identifies patterns, and calculates a trust score. Finally, the result is sent back to the user, showing whether the content is trustworthy or suspicious</a:t>
            </a:r>
            <a:r>
              <a:rPr lang="en-US" sz="8000" dirty="0">
                <a:latin typeface="Inter"/>
                <a:ea typeface="Inter"/>
                <a:cs typeface="Inter"/>
                <a:sym typeface="Inter"/>
              </a:rPr>
              <a:t>.                                                                                                                                      </a:t>
            </a:r>
          </a:p>
          <a:p>
            <a:pPr marL="609600" lvl="0" indent="-609600" algn="l" rtl="0">
              <a:lnSpc>
                <a:spcPct val="90000"/>
              </a:lnSpc>
              <a:spcBef>
                <a:spcPts val="0"/>
              </a:spcBef>
              <a:spcAft>
                <a:spcPts val="0"/>
              </a:spcAft>
              <a:buClr>
                <a:srgbClr val="FFFFFF"/>
              </a:buClr>
              <a:buSzPts val="5904"/>
              <a:buFont typeface="Inter"/>
              <a:buChar char="•"/>
            </a:pPr>
            <a:endParaRPr lang="en-US" sz="8000" dirty="0">
              <a:latin typeface="Inter"/>
              <a:ea typeface="Inter"/>
              <a:sym typeface="Inter"/>
            </a:endParaRPr>
          </a:p>
          <a:p>
            <a:pPr marL="609600" lvl="0" indent="-609600" algn="l" rtl="0">
              <a:lnSpc>
                <a:spcPct val="90000"/>
              </a:lnSpc>
              <a:spcBef>
                <a:spcPts val="0"/>
              </a:spcBef>
              <a:spcAft>
                <a:spcPts val="0"/>
              </a:spcAft>
              <a:buClr>
                <a:srgbClr val="FFFFFF"/>
              </a:buClr>
              <a:buSzPts val="5904"/>
              <a:buFont typeface="Inter"/>
              <a:buChar char="•"/>
            </a:pPr>
            <a:endParaRPr lang="en-US" sz="6400" dirty="0">
              <a:latin typeface="Inter"/>
              <a:ea typeface="Inter"/>
              <a:sym typeface="Inter"/>
            </a:endParaRPr>
          </a:p>
          <a:p>
            <a:pPr marL="609600" lvl="0" indent="-609600" algn="l" rtl="0">
              <a:lnSpc>
                <a:spcPct val="90000"/>
              </a:lnSpc>
              <a:spcBef>
                <a:spcPts val="0"/>
              </a:spcBef>
              <a:spcAft>
                <a:spcPts val="0"/>
              </a:spcAft>
              <a:buClr>
                <a:srgbClr val="FFFFFF"/>
              </a:buClr>
              <a:buSzPts val="5904"/>
              <a:buFont typeface="Inter"/>
              <a:buChar char="•"/>
            </a:pPr>
            <a:endParaRPr lang="en-US" sz="6400" dirty="0">
              <a:latin typeface="Inter"/>
              <a:ea typeface="Inter"/>
              <a:sym typeface="Inter"/>
            </a:endParaRPr>
          </a:p>
          <a:p>
            <a:pPr marL="609600" lvl="0" indent="-609600">
              <a:spcBef>
                <a:spcPts val="0"/>
              </a:spcBef>
              <a:buFont typeface="Inter"/>
              <a:buChar char="•"/>
            </a:pPr>
            <a:endParaRPr lang="en-US" sz="6400" dirty="0">
              <a:latin typeface="Inter"/>
              <a:ea typeface="Inter"/>
              <a:sym typeface="Inter"/>
            </a:endParaRPr>
          </a:p>
          <a:p>
            <a:pPr marL="609600" lvl="0" indent="-609600">
              <a:spcBef>
                <a:spcPts val="0"/>
              </a:spcBef>
              <a:buFont typeface="Inter"/>
              <a:buChar char="•"/>
            </a:pPr>
            <a:endParaRPr lang="en-US" sz="6400" dirty="0">
              <a:latin typeface="Inter"/>
              <a:ea typeface="Inter"/>
              <a:sym typeface="Inter"/>
            </a:endParaRPr>
          </a:p>
          <a:p>
            <a:pPr marL="609600" lvl="0" indent="-609600">
              <a:spcBef>
                <a:spcPts val="0"/>
              </a:spcBef>
              <a:buFont typeface="Inter"/>
              <a:buChar char="•"/>
            </a:pPr>
            <a:endParaRPr lang="en-US" sz="6400" dirty="0">
              <a:latin typeface="Inter"/>
              <a:ea typeface="Inter"/>
              <a:sym typeface="Inter"/>
            </a:endParaRPr>
          </a:p>
          <a:p>
            <a:pPr marL="609600" lvl="0" indent="-609600">
              <a:spcBef>
                <a:spcPts val="0"/>
              </a:spcBef>
              <a:buFont typeface="Inter"/>
              <a:buChar char="•"/>
            </a:pPr>
            <a:endParaRPr lang="en-US" sz="6400" dirty="0"/>
          </a:p>
          <a:p>
            <a:pPr marL="609600" indent="-609600">
              <a:lnSpc>
                <a:spcPct val="120000"/>
              </a:lnSpc>
              <a:buFont typeface="Inter"/>
              <a:buChar char="•"/>
            </a:pPr>
            <a:r>
              <a:rPr lang="en-US" sz="14400" dirty="0">
                <a:latin typeface="Inter"/>
                <a:ea typeface="Inter"/>
                <a:cs typeface="Inter"/>
                <a:sym typeface="Inter"/>
              </a:rPr>
              <a:t>Interaction:</a:t>
            </a:r>
            <a:r>
              <a:rPr lang="en-US" sz="9600" dirty="0">
                <a:latin typeface="Inter"/>
                <a:ea typeface="Inter"/>
                <a:cs typeface="Inter"/>
                <a:sym typeface="Inter"/>
              </a:rPr>
              <a:t> </a:t>
            </a:r>
            <a:r>
              <a:rPr lang="en-US" sz="12800" dirty="0">
                <a:latin typeface="Inter"/>
                <a:ea typeface="Inter"/>
                <a:cs typeface="Inter"/>
                <a:sym typeface="Inter"/>
              </a:rPr>
              <a:t>The user interacts with the system through a simple interface by entering text. The frontend sends this input to the backend for processing. The backend performs analysis using the machine learning model and returns the result. The frontend then displays the trust score and classification to the user in real time.</a:t>
            </a:r>
            <a:endParaRPr lang="en-US" sz="12800" dirty="0">
              <a:latin typeface="Inter"/>
              <a:ea typeface="Inter"/>
              <a:sym typeface="Inter"/>
            </a:endParaRPr>
          </a:p>
          <a:p>
            <a:pPr marL="609600" lvl="0" indent="-609600" algn="l" rtl="0">
              <a:lnSpc>
                <a:spcPct val="120000"/>
              </a:lnSpc>
              <a:spcBef>
                <a:spcPts val="0"/>
              </a:spcBef>
              <a:spcAft>
                <a:spcPts val="0"/>
              </a:spcAft>
              <a:buClr>
                <a:srgbClr val="FFFFFF"/>
              </a:buClr>
              <a:buSzPts val="5904"/>
              <a:buFont typeface="Inter"/>
              <a:buChar char="•"/>
            </a:pPr>
            <a:endParaRPr lang="en-US" sz="8000" dirty="0">
              <a:latin typeface="Inter"/>
              <a:ea typeface="Inter"/>
              <a:sym typeface="Inter"/>
            </a:endParaRPr>
          </a:p>
          <a:p>
            <a:pPr marL="609600" lvl="0" indent="-609600" algn="l" rtl="0">
              <a:lnSpc>
                <a:spcPct val="90000"/>
              </a:lnSpc>
              <a:spcBef>
                <a:spcPts val="0"/>
              </a:spcBef>
              <a:spcAft>
                <a:spcPts val="0"/>
              </a:spcAft>
              <a:buClr>
                <a:srgbClr val="FFFFFF"/>
              </a:buClr>
              <a:buSzPts val="5904"/>
              <a:buFont typeface="Inter"/>
              <a:buChar char="•"/>
            </a:pPr>
            <a:endParaRPr lang="en-US" sz="8000" dirty="0">
              <a:latin typeface="Inter"/>
              <a:ea typeface="Inter"/>
              <a:sym typeface="Inter"/>
            </a:endParaRPr>
          </a:p>
          <a:p>
            <a:pPr marL="609600" lvl="0" indent="-609600" algn="l" rtl="0">
              <a:lnSpc>
                <a:spcPct val="90000"/>
              </a:lnSpc>
              <a:spcBef>
                <a:spcPts val="0"/>
              </a:spcBef>
              <a:spcAft>
                <a:spcPts val="0"/>
              </a:spcAft>
              <a:buClr>
                <a:srgbClr val="FFFFFF"/>
              </a:buClr>
              <a:buSzPts val="5904"/>
              <a:buFont typeface="Inter"/>
              <a:buChar char="•"/>
            </a:pPr>
            <a:endParaRPr lang="en-US" sz="6400" dirty="0">
              <a:latin typeface="Inter"/>
              <a:ea typeface="Inter"/>
              <a:sym typeface="Inter"/>
            </a:endParaRPr>
          </a:p>
          <a:p>
            <a:pPr marL="609600" lvl="0" indent="-609600" algn="l" rtl="0">
              <a:lnSpc>
                <a:spcPct val="90000"/>
              </a:lnSpc>
              <a:spcBef>
                <a:spcPts val="0"/>
              </a:spcBef>
              <a:spcAft>
                <a:spcPts val="0"/>
              </a:spcAft>
              <a:buClr>
                <a:srgbClr val="FFFFFF"/>
              </a:buClr>
              <a:buSzPts val="5904"/>
              <a:buFont typeface="Inter"/>
              <a:buChar char="•"/>
            </a:pPr>
            <a:endParaRPr lang="en-US" sz="6400" dirty="0">
              <a:latin typeface="Inter"/>
              <a:ea typeface="Inter"/>
              <a:sym typeface="Inter"/>
            </a:endParaRPr>
          </a:p>
          <a:p>
            <a:pPr marL="609600" lvl="0" indent="-609600" algn="l" rtl="0">
              <a:lnSpc>
                <a:spcPct val="90000"/>
              </a:lnSpc>
              <a:spcBef>
                <a:spcPts val="0"/>
              </a:spcBef>
              <a:spcAft>
                <a:spcPts val="0"/>
              </a:spcAft>
              <a:buClr>
                <a:srgbClr val="FFFFFF"/>
              </a:buClr>
              <a:buSzPts val="5904"/>
              <a:buFont typeface="Inter"/>
              <a:buChar char="•"/>
            </a:pPr>
            <a:endParaRPr lang="en-US" sz="6400" dirty="0">
              <a:latin typeface="Inter"/>
              <a:ea typeface="Inter"/>
              <a:sym typeface="Inter"/>
            </a:endParaRPr>
          </a:p>
          <a:p>
            <a:pPr marL="609600" lvl="0" indent="-609600" algn="l" rtl="0">
              <a:lnSpc>
                <a:spcPct val="90000"/>
              </a:lnSpc>
              <a:spcBef>
                <a:spcPts val="0"/>
              </a:spcBef>
              <a:spcAft>
                <a:spcPts val="0"/>
              </a:spcAft>
              <a:buClr>
                <a:srgbClr val="FFFFFF"/>
              </a:buClr>
              <a:buSzPts val="5904"/>
              <a:buFont typeface="Inter"/>
              <a:buChar char="•"/>
            </a:pPr>
            <a:endParaRPr lang="en-US" sz="6400" dirty="0">
              <a:latin typeface="Inter"/>
              <a:ea typeface="Inter"/>
              <a:sym typeface="Inter"/>
            </a:endParaRPr>
          </a:p>
          <a:p>
            <a:pPr marL="609600" lvl="0" indent="-609600" algn="l" rtl="0">
              <a:lnSpc>
                <a:spcPct val="90000"/>
              </a:lnSpc>
              <a:spcBef>
                <a:spcPts val="0"/>
              </a:spcBef>
              <a:spcAft>
                <a:spcPts val="0"/>
              </a:spcAft>
              <a:buClr>
                <a:srgbClr val="FFFFFF"/>
              </a:buClr>
              <a:buSzPts val="5904"/>
              <a:buFont typeface="Inter"/>
              <a:buChar char="•"/>
            </a:pPr>
            <a:endParaRPr lang="en-US" sz="6400" dirty="0">
              <a:latin typeface="Inter"/>
              <a:ea typeface="Inter"/>
              <a:sym typeface="Inter"/>
            </a:endParaRPr>
          </a:p>
          <a:p>
            <a:pPr marL="609600" lvl="0" indent="-609600" algn="l" rtl="0">
              <a:lnSpc>
                <a:spcPct val="90000"/>
              </a:lnSpc>
              <a:spcBef>
                <a:spcPts val="0"/>
              </a:spcBef>
              <a:spcAft>
                <a:spcPts val="0"/>
              </a:spcAft>
              <a:buClr>
                <a:srgbClr val="FFFFFF"/>
              </a:buClr>
              <a:buSzPts val="5904"/>
              <a:buFont typeface="Inter"/>
              <a:buChar char="•"/>
            </a:pPr>
            <a:endParaRPr lang="en-US" sz="6400" dirty="0">
              <a:latin typeface="Inter"/>
              <a:ea typeface="Inter"/>
              <a:sym typeface="Inter"/>
            </a:endParaRPr>
          </a:p>
          <a:p>
            <a:pPr marL="609600" lvl="0" indent="-609600" algn="l" rtl="0">
              <a:lnSpc>
                <a:spcPct val="90000"/>
              </a:lnSpc>
              <a:spcBef>
                <a:spcPts val="0"/>
              </a:spcBef>
              <a:spcAft>
                <a:spcPts val="0"/>
              </a:spcAft>
              <a:buClr>
                <a:srgbClr val="FFFFFF"/>
              </a:buClr>
              <a:buSzPts val="5904"/>
              <a:buFont typeface="Inter"/>
              <a:buChar char="•"/>
            </a:pPr>
            <a:endParaRPr dirty="0"/>
          </a:p>
          <a:p>
            <a:pPr marL="0" indent="0">
              <a:buNone/>
            </a:pPr>
            <a:endParaRPr lang="en-US" dirty="0"/>
          </a:p>
          <a:p>
            <a:pPr marL="0" lvl="0" indent="0" algn="l" rtl="0">
              <a:lnSpc>
                <a:spcPct val="90000"/>
              </a:lnSpc>
              <a:spcBef>
                <a:spcPts val="4500"/>
              </a:spcBef>
              <a:spcAft>
                <a:spcPts val="0"/>
              </a:spcAft>
              <a:buClr>
                <a:srgbClr val="FFFFFF"/>
              </a:buClr>
              <a:buSzPts val="5904"/>
              <a:buNone/>
            </a:pPr>
            <a:r>
              <a:rPr lang="en-US" dirty="0">
                <a:latin typeface="Inter"/>
                <a:ea typeface="Inter"/>
                <a:cs typeface="Inter"/>
                <a:sym typeface="Inter"/>
              </a:rPr>
              <a:t> </a:t>
            </a:r>
            <a:endParaRPr dirty="0"/>
          </a:p>
        </p:txBody>
      </p:sp>
      <p:sp>
        <p:nvSpPr>
          <p:cNvPr id="3" name="TextBox 2">
            <a:extLst>
              <a:ext uri="{FF2B5EF4-FFF2-40B4-BE49-F238E27FC236}">
                <a16:creationId xmlns:a16="http://schemas.microsoft.com/office/drawing/2014/main" id="{6499EEC8-50B6-44A7-38F0-14BF84A361DE}"/>
              </a:ext>
            </a:extLst>
          </p:cNvPr>
          <p:cNvSpPr txBox="1"/>
          <p:nvPr/>
        </p:nvSpPr>
        <p:spPr>
          <a:xfrm>
            <a:off x="16141148" y="2683566"/>
            <a:ext cx="9104243" cy="9694962"/>
          </a:xfrm>
          <a:prstGeom prst="rect">
            <a:avLst/>
          </a:prstGeom>
          <a:noFill/>
        </p:spPr>
        <p:txBody>
          <a:bodyPr wrap="square">
            <a:spAutoFit/>
          </a:bodyPr>
          <a:lstStyle/>
          <a:p>
            <a:r>
              <a:rPr lang="en-IN" sz="4800" dirty="0">
                <a:solidFill>
                  <a:schemeClr val="bg1"/>
                </a:solidFill>
              </a:rPr>
              <a:t>                     Input   </a:t>
            </a:r>
          </a:p>
          <a:p>
            <a:r>
              <a:rPr lang="en-IN" sz="4800" dirty="0">
                <a:solidFill>
                  <a:schemeClr val="bg1"/>
                </a:solidFill>
              </a:rPr>
              <a:t>                       ↓</a:t>
            </a:r>
          </a:p>
          <a:p>
            <a:r>
              <a:rPr lang="en-IN" sz="4800" dirty="0">
                <a:solidFill>
                  <a:schemeClr val="bg1"/>
                </a:solidFill>
              </a:rPr>
              <a:t>              Frontend (UI)  </a:t>
            </a:r>
          </a:p>
          <a:p>
            <a:r>
              <a:rPr lang="en-IN" sz="4800" dirty="0">
                <a:solidFill>
                  <a:schemeClr val="bg1"/>
                </a:solidFill>
              </a:rPr>
              <a:t>                       ↓</a:t>
            </a:r>
          </a:p>
          <a:p>
            <a:r>
              <a:rPr lang="en-IN" sz="4800" dirty="0">
                <a:solidFill>
                  <a:schemeClr val="bg1"/>
                </a:solidFill>
              </a:rPr>
              <a:t>       Backend (Python Model) </a:t>
            </a:r>
          </a:p>
          <a:p>
            <a:r>
              <a:rPr lang="en-IN" sz="4800" dirty="0">
                <a:solidFill>
                  <a:schemeClr val="bg1"/>
                </a:solidFill>
              </a:rPr>
              <a:t>                      ↓</a:t>
            </a:r>
          </a:p>
          <a:p>
            <a:r>
              <a:rPr lang="en-IN" sz="4800" dirty="0">
                <a:solidFill>
                  <a:schemeClr val="bg1"/>
                </a:solidFill>
              </a:rPr>
              <a:t>  Text Processing (Vectorizer)                                            </a:t>
            </a:r>
          </a:p>
          <a:p>
            <a:r>
              <a:rPr lang="en-IN" sz="4800" dirty="0">
                <a:solidFill>
                  <a:schemeClr val="bg1"/>
                </a:solidFill>
              </a:rPr>
              <a:t>                      ↓</a:t>
            </a:r>
          </a:p>
          <a:p>
            <a:r>
              <a:rPr lang="en-IN" sz="4800" dirty="0">
                <a:solidFill>
                  <a:schemeClr val="bg1"/>
                </a:solidFill>
              </a:rPr>
              <a:t>     ML Model (Naive Bayes) </a:t>
            </a:r>
          </a:p>
          <a:p>
            <a:r>
              <a:rPr lang="en-IN" sz="4800" dirty="0">
                <a:solidFill>
                  <a:schemeClr val="bg1"/>
                </a:solidFill>
              </a:rPr>
              <a:t>                      ↓</a:t>
            </a:r>
          </a:p>
          <a:p>
            <a:r>
              <a:rPr lang="en-IN" sz="4800" dirty="0">
                <a:solidFill>
                  <a:schemeClr val="bg1"/>
                </a:solidFill>
              </a:rPr>
              <a:t>        Trust Score Output  </a:t>
            </a:r>
          </a:p>
          <a:p>
            <a:r>
              <a:rPr lang="en-IN" sz="4800" dirty="0">
                <a:solidFill>
                  <a:schemeClr val="bg1"/>
                </a:solidFill>
              </a:rPr>
              <a:t>                      ↓                           </a:t>
            </a:r>
          </a:p>
          <a:p>
            <a:r>
              <a:rPr lang="en-IN" sz="4800" dirty="0">
                <a:solidFill>
                  <a:schemeClr val="bg1"/>
                </a:solidFill>
              </a:rPr>
              <a:t>       Display Result to User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6"/>
          <p:cNvSpPr txBox="1">
            <a:spLocks noGrp="1"/>
          </p:cNvSpPr>
          <p:nvPr>
            <p:ph type="title"/>
          </p:nvPr>
        </p:nvSpPr>
        <p:spPr>
          <a:xfrm>
            <a:off x="1206500" y="2486993"/>
            <a:ext cx="21971000" cy="1433164"/>
          </a:xfrm>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rgbClr val="FFFFFF"/>
              </a:buClr>
              <a:buSzPts val="8500"/>
              <a:buFont typeface="Inter"/>
              <a:buNone/>
            </a:pPr>
            <a:r>
              <a:rPr lang="en-US" b="1" dirty="0">
                <a:latin typeface="Inter"/>
                <a:ea typeface="Inter"/>
                <a:cs typeface="Inter"/>
                <a:sym typeface="Inter"/>
              </a:rPr>
              <a:t>Tech Stack &amp; Execution Plan</a:t>
            </a:r>
            <a:endParaRPr dirty="0"/>
          </a:p>
        </p:txBody>
      </p:sp>
      <p:sp>
        <p:nvSpPr>
          <p:cNvPr id="58" name="Google Shape;58;p6"/>
          <p:cNvSpPr txBox="1">
            <a:spLocks noGrp="1"/>
          </p:cNvSpPr>
          <p:nvPr>
            <p:ph type="body" idx="2"/>
          </p:nvPr>
        </p:nvSpPr>
        <p:spPr>
          <a:xfrm>
            <a:off x="1206500" y="4607973"/>
            <a:ext cx="21971000" cy="7537073"/>
          </a:xfrm>
          <a:prstGeom prst="rect">
            <a:avLst/>
          </a:prstGeom>
          <a:noFill/>
          <a:ln>
            <a:noFill/>
          </a:ln>
        </p:spPr>
        <p:txBody>
          <a:bodyPr spcFirstLastPara="1" wrap="square" lIns="50800" tIns="50800" rIns="50800" bIns="50800" anchor="t" anchorCtr="0">
            <a:normAutofit/>
          </a:bodyPr>
          <a:lstStyle/>
          <a:p>
            <a:pPr marL="609600" lvl="0" indent="-609600">
              <a:spcBef>
                <a:spcPts val="0"/>
              </a:spcBef>
              <a:buFont typeface="Inter"/>
              <a:buChar char="•"/>
            </a:pPr>
            <a:r>
              <a:rPr lang="en-US" sz="4400" dirty="0">
                <a:latin typeface="Inter"/>
                <a:ea typeface="Inter"/>
                <a:cs typeface="Inter"/>
                <a:sym typeface="Inter"/>
              </a:rPr>
              <a:t>Programming Language: Python</a:t>
            </a:r>
          </a:p>
          <a:p>
            <a:pPr marL="609600" lvl="0" indent="-609600">
              <a:spcBef>
                <a:spcPts val="0"/>
              </a:spcBef>
              <a:buFont typeface="Inter"/>
              <a:buChar char="•"/>
            </a:pPr>
            <a:r>
              <a:rPr lang="en-US" sz="4400" dirty="0">
                <a:latin typeface="Inter"/>
                <a:ea typeface="Inter"/>
                <a:cs typeface="Inter"/>
                <a:sym typeface="Inter"/>
              </a:rPr>
              <a:t>Machine Learning: scikit-learn (Naive Bayes)</a:t>
            </a:r>
          </a:p>
          <a:p>
            <a:pPr marL="609600" lvl="0" indent="-609600">
              <a:spcBef>
                <a:spcPts val="0"/>
              </a:spcBef>
              <a:buFont typeface="Inter"/>
              <a:buChar char="•"/>
            </a:pPr>
            <a:r>
              <a:rPr lang="en-US" sz="4400" dirty="0">
                <a:latin typeface="Inter"/>
                <a:ea typeface="Inter"/>
                <a:cs typeface="Inter"/>
                <a:sym typeface="Inter"/>
              </a:rPr>
              <a:t>Text Processing: Count Vectorizer </a:t>
            </a:r>
          </a:p>
          <a:p>
            <a:pPr marL="609600" lvl="0" indent="-609600">
              <a:spcBef>
                <a:spcPts val="0"/>
              </a:spcBef>
              <a:buFont typeface="Inter"/>
              <a:buChar char="•"/>
            </a:pPr>
            <a:r>
              <a:rPr lang="en-US" sz="4400" dirty="0">
                <a:latin typeface="Inter"/>
                <a:ea typeface="Inter"/>
                <a:cs typeface="Inter"/>
                <a:sym typeface="Inter"/>
              </a:rPr>
              <a:t>Frontend: HTML /  </a:t>
            </a:r>
            <a:r>
              <a:rPr lang="en-US" sz="4400" dirty="0" err="1">
                <a:latin typeface="Inter"/>
                <a:ea typeface="Inter"/>
                <a:cs typeface="Inter"/>
                <a:sym typeface="Inter"/>
              </a:rPr>
              <a:t>Tkinter</a:t>
            </a:r>
            <a:r>
              <a:rPr lang="en-US" sz="4400" dirty="0">
                <a:latin typeface="Inter"/>
                <a:ea typeface="Inter"/>
                <a:cs typeface="Inter"/>
                <a:sym typeface="Inter"/>
              </a:rPr>
              <a:t>  (basic UI)</a:t>
            </a:r>
          </a:p>
          <a:p>
            <a:pPr marL="609600" lvl="0" indent="-609600">
              <a:spcBef>
                <a:spcPts val="0"/>
              </a:spcBef>
              <a:buFont typeface="Inter"/>
              <a:buChar char="•"/>
            </a:pPr>
            <a:r>
              <a:rPr lang="en-US" sz="4400" dirty="0">
                <a:latin typeface="Inter"/>
                <a:ea typeface="Inter"/>
                <a:cs typeface="Inter"/>
                <a:sym typeface="Inter"/>
              </a:rPr>
              <a:t>Backend: Python script</a:t>
            </a:r>
          </a:p>
          <a:p>
            <a:pPr marL="609600" lvl="0" indent="-609600">
              <a:spcBef>
                <a:spcPts val="0"/>
              </a:spcBef>
              <a:buFont typeface="Inter"/>
              <a:buChar char="•"/>
            </a:pPr>
            <a:r>
              <a:rPr lang="en-US" sz="4400" dirty="0">
                <a:latin typeface="Inter"/>
                <a:ea typeface="Inter"/>
                <a:cs typeface="Inter"/>
                <a:sym typeface="Inter"/>
              </a:rPr>
              <a:t>Database (optional): SQLite / Firebase</a:t>
            </a:r>
          </a:p>
          <a:p>
            <a:pPr marL="609600" lvl="0" indent="-609600">
              <a:spcBef>
                <a:spcPts val="0"/>
              </a:spcBef>
              <a:buFont typeface="Inter"/>
              <a:buChar char="•"/>
            </a:pPr>
            <a:endParaRPr lang="en-US" sz="4400" dirty="0">
              <a:latin typeface="Inter"/>
              <a:ea typeface="Inter"/>
              <a:cs typeface="Inter"/>
              <a:sym typeface="Inter"/>
            </a:endParaRPr>
          </a:p>
          <a:p>
            <a:pPr marL="609600" lvl="0" indent="-609600">
              <a:spcBef>
                <a:spcPts val="0"/>
              </a:spcBef>
              <a:buFont typeface="Inter"/>
              <a:buChar char="•"/>
            </a:pPr>
            <a:r>
              <a:rPr lang="en-US" b="1" dirty="0"/>
              <a:t>The project starts with collecting sample data and training a machine learning model to classify text . A basic prototype is developed where users can input text and receive a trust score . The system is tested, improved, and can be deployed as a web or mobile application.</a:t>
            </a:r>
          </a:p>
          <a:p>
            <a:pPr marL="609600" lvl="0" indent="-609600" algn="l" rtl="0">
              <a:lnSpc>
                <a:spcPct val="90000"/>
              </a:lnSpc>
              <a:spcBef>
                <a:spcPts val="0"/>
              </a:spcBef>
              <a:spcAft>
                <a:spcPts val="0"/>
              </a:spcAft>
              <a:buClr>
                <a:srgbClr val="FFFFFF"/>
              </a:buClr>
              <a:buSzPts val="5904"/>
              <a:buFont typeface="Inter"/>
              <a:buChar char="•"/>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7"/>
          <p:cNvSpPr txBox="1">
            <a:spLocks noGrp="1"/>
          </p:cNvSpPr>
          <p:nvPr>
            <p:ph type="title"/>
          </p:nvPr>
        </p:nvSpPr>
        <p:spPr>
          <a:xfrm>
            <a:off x="1206500" y="2486993"/>
            <a:ext cx="21971000" cy="1433164"/>
          </a:xfrm>
          <a:prstGeom prst="rect">
            <a:avLst/>
          </a:prstGeom>
          <a:noFill/>
          <a:ln>
            <a:noFill/>
          </a:ln>
        </p:spPr>
        <p:txBody>
          <a:bodyPr spcFirstLastPara="1" wrap="square" lIns="50800" tIns="50800" rIns="50800" bIns="50800" anchor="t" anchorCtr="0">
            <a:normAutofit/>
          </a:bodyPr>
          <a:lstStyle/>
          <a:p>
            <a:pPr marL="0" marR="0" lvl="0" indent="0" algn="l" rtl="0">
              <a:lnSpc>
                <a:spcPct val="80000"/>
              </a:lnSpc>
              <a:spcBef>
                <a:spcPts val="0"/>
              </a:spcBef>
              <a:spcAft>
                <a:spcPts val="0"/>
              </a:spcAft>
              <a:buClr>
                <a:srgbClr val="FFFFFF"/>
              </a:buClr>
              <a:buSzPts val="8500"/>
              <a:buFont typeface="Inter"/>
              <a:buNone/>
            </a:pPr>
            <a:r>
              <a:rPr lang="en-US" b="1">
                <a:latin typeface="Inter"/>
                <a:ea typeface="Inter"/>
                <a:cs typeface="Inter"/>
                <a:sym typeface="Inter"/>
              </a:rPr>
              <a:t>Potential Roadblocks</a:t>
            </a:r>
            <a:endParaRPr/>
          </a:p>
        </p:txBody>
      </p:sp>
      <p:sp>
        <p:nvSpPr>
          <p:cNvPr id="64" name="Google Shape;64;p7"/>
          <p:cNvSpPr txBox="1">
            <a:spLocks noGrp="1"/>
          </p:cNvSpPr>
          <p:nvPr>
            <p:ph type="body" idx="2"/>
          </p:nvPr>
        </p:nvSpPr>
        <p:spPr>
          <a:xfrm>
            <a:off x="1206500" y="4607973"/>
            <a:ext cx="21971000" cy="7537073"/>
          </a:xfrm>
          <a:prstGeom prst="rect">
            <a:avLst/>
          </a:prstGeom>
          <a:noFill/>
          <a:ln>
            <a:noFill/>
          </a:ln>
        </p:spPr>
        <p:txBody>
          <a:bodyPr spcFirstLastPara="1" wrap="square" lIns="50800" tIns="50800" rIns="50800" bIns="50800" anchor="t" anchorCtr="0">
            <a:normAutofit/>
          </a:bodyPr>
          <a:lstStyle/>
          <a:p>
            <a:pPr marL="609600" lvl="0" indent="-609600">
              <a:spcBef>
                <a:spcPts val="0"/>
              </a:spcBef>
              <a:buFont typeface="Inter"/>
              <a:buChar char="•"/>
            </a:pPr>
            <a:r>
              <a:rPr lang="en-US" b="1" dirty="0">
                <a:latin typeface="Inter"/>
                <a:ea typeface="Inter"/>
                <a:cs typeface="Inter"/>
                <a:sym typeface="Inter"/>
              </a:rPr>
              <a:t>Technical/Logical Challenges </a:t>
            </a:r>
            <a:r>
              <a:rPr lang="en-US" dirty="0">
                <a:latin typeface="Inter"/>
                <a:ea typeface="Inter"/>
                <a:cs typeface="Inter"/>
                <a:sym typeface="Inter"/>
              </a:rPr>
              <a:t>: A key challenge is ensuring high accuracy with limited training data. Another challenge is processing diverse and unstructured text, which can reduce prediction reliability.</a:t>
            </a:r>
            <a:endParaRPr dirty="0"/>
          </a:p>
          <a:p>
            <a:pPr marL="609600" lvl="0" indent="-609600">
              <a:buFont typeface="Inter"/>
              <a:buChar char="•"/>
            </a:pPr>
            <a:r>
              <a:rPr lang="en-US" b="1" dirty="0">
                <a:latin typeface="Inter"/>
                <a:ea typeface="Inter"/>
                <a:cs typeface="Inter"/>
                <a:sym typeface="Inter"/>
              </a:rPr>
              <a:t>Edge </a:t>
            </a:r>
            <a:r>
              <a:rPr lang="en-US" b="1" dirty="0" err="1">
                <a:latin typeface="Inter"/>
                <a:ea typeface="Inter"/>
                <a:cs typeface="Inter"/>
                <a:sym typeface="Inter"/>
              </a:rPr>
              <a:t>Cases</a:t>
            </a:r>
            <a:r>
              <a:rPr lang="en-US" dirty="0" err="1">
                <a:latin typeface="Inter"/>
                <a:ea typeface="Inter"/>
                <a:cs typeface="Inter"/>
                <a:sym typeface="Inter"/>
              </a:rPr>
              <a:t>:The</a:t>
            </a:r>
            <a:r>
              <a:rPr lang="en-US" dirty="0">
                <a:latin typeface="Inter"/>
                <a:ea typeface="Inter"/>
                <a:cs typeface="Inter"/>
                <a:sym typeface="Inter"/>
              </a:rPr>
              <a:t> system may struggle with sarcasm, ambiguous language, or very short inputs where context is missing. In such cases, the output may not be fully reliable and should be treated as an assistance tool rather than a final decision-maker</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8"/>
          <p:cNvSpPr txBox="1">
            <a:spLocks noGrp="1"/>
          </p:cNvSpPr>
          <p:nvPr>
            <p:ph type="title"/>
          </p:nvPr>
        </p:nvSpPr>
        <p:spPr>
          <a:xfrm>
            <a:off x="1206500" y="2486993"/>
            <a:ext cx="21971000" cy="1433164"/>
          </a:xfrm>
          <a:prstGeom prst="rect">
            <a:avLst/>
          </a:prstGeom>
          <a:noFill/>
          <a:ln>
            <a:noFill/>
          </a:ln>
        </p:spPr>
        <p:txBody>
          <a:bodyPr spcFirstLastPara="1" wrap="square" lIns="50800" tIns="50800" rIns="50800" bIns="50800" anchor="t" anchorCtr="0">
            <a:normAutofit fontScale="90000"/>
          </a:bodyPr>
          <a:lstStyle/>
          <a:p>
            <a:pPr marL="0" marR="0" lvl="0" indent="0" algn="l" rtl="0">
              <a:lnSpc>
                <a:spcPct val="80000"/>
              </a:lnSpc>
              <a:spcBef>
                <a:spcPts val="0"/>
              </a:spcBef>
              <a:spcAft>
                <a:spcPts val="0"/>
              </a:spcAft>
              <a:buClr>
                <a:srgbClr val="FFFFFF"/>
              </a:buClr>
              <a:buSzPts val="7310"/>
              <a:buFont typeface="Inter"/>
              <a:buNone/>
            </a:pPr>
            <a:r>
              <a:rPr lang="en-US" sz="7310" b="1" dirty="0">
                <a:latin typeface="Inter"/>
                <a:ea typeface="Inter"/>
                <a:cs typeface="Inter"/>
                <a:sym typeface="Inter"/>
              </a:rPr>
              <a:t>Prototype / Proof of Work (Optional for Bonus Points)</a:t>
            </a:r>
            <a:endParaRPr dirty="0"/>
          </a:p>
        </p:txBody>
      </p:sp>
      <p:pic>
        <p:nvPicPr>
          <p:cNvPr id="3" name="Picture 2">
            <a:extLst>
              <a:ext uri="{FF2B5EF4-FFF2-40B4-BE49-F238E27FC236}">
                <a16:creationId xmlns:a16="http://schemas.microsoft.com/office/drawing/2014/main" id="{E0DCC67D-4F53-BEF3-CE9E-EA6743BEB2E6}"/>
              </a:ext>
            </a:extLst>
          </p:cNvPr>
          <p:cNvPicPr>
            <a:picLocks noChangeAspect="1"/>
          </p:cNvPicPr>
          <p:nvPr/>
        </p:nvPicPr>
        <p:blipFill>
          <a:blip r:embed="rId3"/>
          <a:stretch>
            <a:fillRect/>
          </a:stretch>
        </p:blipFill>
        <p:spPr>
          <a:xfrm>
            <a:off x="1604065" y="3747883"/>
            <a:ext cx="14721163" cy="2275231"/>
          </a:xfrm>
          <a:prstGeom prst="rect">
            <a:avLst/>
          </a:prstGeom>
        </p:spPr>
      </p:pic>
      <p:pic>
        <p:nvPicPr>
          <p:cNvPr id="5" name="Picture 4">
            <a:extLst>
              <a:ext uri="{FF2B5EF4-FFF2-40B4-BE49-F238E27FC236}">
                <a16:creationId xmlns:a16="http://schemas.microsoft.com/office/drawing/2014/main" id="{11513C7E-5E70-F0E9-E8D3-271C95E8BE30}"/>
              </a:ext>
            </a:extLst>
          </p:cNvPr>
          <p:cNvPicPr>
            <a:picLocks noChangeAspect="1"/>
          </p:cNvPicPr>
          <p:nvPr/>
        </p:nvPicPr>
        <p:blipFill>
          <a:blip r:embed="rId4"/>
          <a:stretch>
            <a:fillRect/>
          </a:stretch>
        </p:blipFill>
        <p:spPr>
          <a:xfrm>
            <a:off x="1604065" y="6443458"/>
            <a:ext cx="7480299" cy="6267450"/>
          </a:xfrm>
          <a:prstGeom prst="rect">
            <a:avLst/>
          </a:prstGeom>
        </p:spPr>
      </p:pic>
      <p:pic>
        <p:nvPicPr>
          <p:cNvPr id="7" name="Picture 6">
            <a:extLst>
              <a:ext uri="{FF2B5EF4-FFF2-40B4-BE49-F238E27FC236}">
                <a16:creationId xmlns:a16="http://schemas.microsoft.com/office/drawing/2014/main" id="{CEEABF52-C38B-2AD2-4D22-DBB21581353F}"/>
              </a:ext>
            </a:extLst>
          </p:cNvPr>
          <p:cNvPicPr>
            <a:picLocks noChangeAspect="1"/>
          </p:cNvPicPr>
          <p:nvPr/>
        </p:nvPicPr>
        <p:blipFill>
          <a:blip r:embed="rId5"/>
          <a:stretch>
            <a:fillRect/>
          </a:stretch>
        </p:blipFill>
        <p:spPr>
          <a:xfrm>
            <a:off x="9467227" y="6443458"/>
            <a:ext cx="6858001" cy="6267450"/>
          </a:xfrm>
          <a:prstGeom prst="rect">
            <a:avLst/>
          </a:prstGeom>
        </p:spPr>
      </p:pic>
      <p:pic>
        <p:nvPicPr>
          <p:cNvPr id="9" name="Picture 8">
            <a:extLst>
              <a:ext uri="{FF2B5EF4-FFF2-40B4-BE49-F238E27FC236}">
                <a16:creationId xmlns:a16="http://schemas.microsoft.com/office/drawing/2014/main" id="{B11C5BCB-257D-457E-829A-182AFCDE13FB}"/>
              </a:ext>
            </a:extLst>
          </p:cNvPr>
          <p:cNvPicPr>
            <a:picLocks noChangeAspect="1"/>
          </p:cNvPicPr>
          <p:nvPr/>
        </p:nvPicPr>
        <p:blipFill>
          <a:blip r:embed="rId6"/>
          <a:srcRect r="10256"/>
          <a:stretch>
            <a:fillRect/>
          </a:stretch>
        </p:blipFill>
        <p:spPr>
          <a:xfrm>
            <a:off x="16708092" y="10455964"/>
            <a:ext cx="7310718" cy="2254943"/>
          </a:xfrm>
          <a:prstGeom prst="rect">
            <a:avLst/>
          </a:prstGeom>
        </p:spPr>
      </p:pic>
    </p:spTree>
  </p:cSld>
  <p:clrMapOvr>
    <a:masterClrMapping/>
  </p:clrMapOvr>
</p:sld>
</file>

<file path=ppt/theme/theme1.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555</Words>
  <Application>Microsoft Office PowerPoint</Application>
  <PresentationFormat>Custom</PresentationFormat>
  <Paragraphs>60</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Helvetica Neue</vt:lpstr>
      <vt:lpstr>Inter</vt:lpstr>
      <vt:lpstr>Arial</vt:lpstr>
      <vt:lpstr>21_BasicWhite</vt:lpstr>
      <vt:lpstr>PowerPoint Presentation</vt:lpstr>
      <vt:lpstr>Problem Statement</vt:lpstr>
      <vt:lpstr>The Proposed Solution &amp; Innovation</vt:lpstr>
      <vt:lpstr>System Architecture / Workflow</vt:lpstr>
      <vt:lpstr>Tech Stack &amp; Execution Plan</vt:lpstr>
      <vt:lpstr>Potential Roadblocks</vt:lpstr>
      <vt:lpstr>Prototype / Proof of Work (Optional for Bonus Points)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asus</dc:creator>
  <cp:lastModifiedBy>srushtisdurgekar30@gmail.com</cp:lastModifiedBy>
  <cp:revision>1</cp:revision>
  <dcterms:modified xsi:type="dcterms:W3CDTF">2026-03-19T19:14:37Z</dcterms:modified>
</cp:coreProperties>
</file>